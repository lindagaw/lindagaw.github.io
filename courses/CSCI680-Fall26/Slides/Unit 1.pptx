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61" r:id="rId3"/>
    <p:sldId id="258" r:id="rId4"/>
    <p:sldId id="264" r:id="rId5"/>
    <p:sldId id="263" r:id="rId6"/>
    <p:sldId id="267" r:id="rId7"/>
    <p:sldId id="268" r:id="rId8"/>
    <p:sldId id="260" r:id="rId9"/>
    <p:sldId id="270" r:id="rId10"/>
    <p:sldId id="271" r:id="rId11"/>
    <p:sldId id="272" r:id="rId12"/>
    <p:sldId id="273" r:id="rId13"/>
    <p:sldId id="274" r:id="rId14"/>
    <p:sldId id="275" r:id="rId15"/>
    <p:sldId id="277"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1CF85D-AD94-4294-8BE7-D7C4F511E5A1}" v="45" dt="2026-05-27T08:23:39.5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54" autoAdjust="0"/>
    <p:restoredTop sz="94622"/>
  </p:normalViewPr>
  <p:slideViewPr>
    <p:cSldViewPr snapToGrid="0">
      <p:cViewPr varScale="1">
        <p:scale>
          <a:sx n="113" d="100"/>
          <a:sy n="113" d="100"/>
        </p:scale>
        <p:origin x="68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ley Y. Gao" userId="f07f2add99568f29" providerId="LiveId" clId="{500382AD-1B91-4007-A32C-DE1458FF1765}"/>
    <pc:docChg chg="undo custSel addSld delSld modSld sldOrd">
      <pc:chgData name="Ashley Y. Gao" userId="f07f2add99568f29" providerId="LiveId" clId="{500382AD-1B91-4007-A32C-DE1458FF1765}" dt="2026-05-27T08:31:19.073" v="901"/>
      <pc:docMkLst>
        <pc:docMk/>
      </pc:docMkLst>
      <pc:sldChg chg="addSp delSp modSp mod ord">
        <pc:chgData name="Ashley Y. Gao" userId="f07f2add99568f29" providerId="LiveId" clId="{500382AD-1B91-4007-A32C-DE1458FF1765}" dt="2026-05-27T03:44:04.356" v="131" actId="26606"/>
        <pc:sldMkLst>
          <pc:docMk/>
          <pc:sldMk cId="3253728028" sldId="258"/>
        </pc:sldMkLst>
        <pc:spChg chg="mod">
          <ac:chgData name="Ashley Y. Gao" userId="f07f2add99568f29" providerId="LiveId" clId="{500382AD-1B91-4007-A32C-DE1458FF1765}" dt="2026-05-27T03:44:04.356" v="131" actId="26606"/>
          <ac:spMkLst>
            <pc:docMk/>
            <pc:sldMk cId="3253728028" sldId="258"/>
            <ac:spMk id="2" creationId="{EFD6FDF3-7BE8-9D2B-8AF9-83A8D03A0E9D}"/>
          </ac:spMkLst>
        </pc:spChg>
        <pc:spChg chg="mod">
          <ac:chgData name="Ashley Y. Gao" userId="f07f2add99568f29" providerId="LiveId" clId="{500382AD-1B91-4007-A32C-DE1458FF1765}" dt="2026-05-27T03:44:04.356" v="131" actId="26606"/>
          <ac:spMkLst>
            <pc:docMk/>
            <pc:sldMk cId="3253728028" sldId="258"/>
            <ac:spMk id="3" creationId="{52DCE6E2-8FB9-928B-19BE-22221A021596}"/>
          </ac:spMkLst>
        </pc:spChg>
        <pc:spChg chg="add del">
          <ac:chgData name="Ashley Y. Gao" userId="f07f2add99568f29" providerId="LiveId" clId="{500382AD-1B91-4007-A32C-DE1458FF1765}" dt="2026-05-27T03:41:53.943" v="57" actId="26606"/>
          <ac:spMkLst>
            <pc:docMk/>
            <pc:sldMk cId="3253728028" sldId="258"/>
            <ac:spMk id="27" creationId="{2B577FF9-3543-4875-815D-3D87BD8A2002}"/>
          </ac:spMkLst>
        </pc:spChg>
        <pc:spChg chg="add del">
          <ac:chgData name="Ashley Y. Gao" userId="f07f2add99568f29" providerId="LiveId" clId="{500382AD-1B91-4007-A32C-DE1458FF1765}" dt="2026-05-27T03:41:53.943" v="57" actId="26606"/>
          <ac:spMkLst>
            <pc:docMk/>
            <pc:sldMk cId="3253728028" sldId="258"/>
            <ac:spMk id="29" creationId="{F5569EEC-E12F-4856-B407-02B2813A4AA5}"/>
          </ac:spMkLst>
        </pc:spChg>
        <pc:spChg chg="del">
          <ac:chgData name="Ashley Y. Gao" userId="f07f2add99568f29" providerId="LiveId" clId="{500382AD-1B91-4007-A32C-DE1458FF1765}" dt="2026-05-27T03:41:53.943" v="57" actId="26606"/>
          <ac:spMkLst>
            <pc:docMk/>
            <pc:sldMk cId="3253728028" sldId="258"/>
            <ac:spMk id="31" creationId="{CF860788-3A6A-45A3-B3F1-06F159665603}"/>
          </ac:spMkLst>
        </pc:spChg>
        <pc:spChg chg="add del">
          <ac:chgData name="Ashley Y. Gao" userId="f07f2add99568f29" providerId="LiveId" clId="{500382AD-1B91-4007-A32C-DE1458FF1765}" dt="2026-05-27T03:41:53.943" v="57" actId="26606"/>
          <ac:spMkLst>
            <pc:docMk/>
            <pc:sldMk cId="3253728028" sldId="258"/>
            <ac:spMk id="33" creationId="{DF1E3393-B852-4883-B778-ED3525112942}"/>
          </ac:spMkLst>
        </pc:spChg>
        <pc:spChg chg="add del">
          <ac:chgData name="Ashley Y. Gao" userId="f07f2add99568f29" providerId="LiveId" clId="{500382AD-1B91-4007-A32C-DE1458FF1765}" dt="2026-05-27T03:41:53.943" v="57" actId="26606"/>
          <ac:spMkLst>
            <pc:docMk/>
            <pc:sldMk cId="3253728028" sldId="258"/>
            <ac:spMk id="37" creationId="{0D040B79-3E73-4A31-840D-D6B9C9FDFC46}"/>
          </ac:spMkLst>
        </pc:spChg>
        <pc:spChg chg="add del">
          <ac:chgData name="Ashley Y. Gao" userId="f07f2add99568f29" providerId="LiveId" clId="{500382AD-1B91-4007-A32C-DE1458FF1765}" dt="2026-05-27T03:41:53.943" v="57" actId="26606"/>
          <ac:spMkLst>
            <pc:docMk/>
            <pc:sldMk cId="3253728028" sldId="258"/>
            <ac:spMk id="39" creationId="{156C6AE5-3F8B-42AC-9EA4-1B686A11E93F}"/>
          </ac:spMkLst>
        </pc:spChg>
        <pc:spChg chg="add del">
          <ac:chgData name="Ashley Y. Gao" userId="f07f2add99568f29" providerId="LiveId" clId="{500382AD-1B91-4007-A32C-DE1458FF1765}" dt="2026-05-27T03:41:53.943" v="56" actId="26606"/>
          <ac:spMkLst>
            <pc:docMk/>
            <pc:sldMk cId="3253728028" sldId="258"/>
            <ac:spMk id="44" creationId="{5DCB5928-DC7D-4612-9922-441966E15627}"/>
          </ac:spMkLst>
        </pc:spChg>
        <pc:spChg chg="add del">
          <ac:chgData name="Ashley Y. Gao" userId="f07f2add99568f29" providerId="LiveId" clId="{500382AD-1B91-4007-A32C-DE1458FF1765}" dt="2026-05-27T03:41:53.943" v="56" actId="26606"/>
          <ac:spMkLst>
            <pc:docMk/>
            <pc:sldMk cId="3253728028" sldId="258"/>
            <ac:spMk id="46" creationId="{682C1161-1736-45EC-99B7-33F3CAE9D517}"/>
          </ac:spMkLst>
        </pc:spChg>
        <pc:spChg chg="add del">
          <ac:chgData name="Ashley Y. Gao" userId="f07f2add99568f29" providerId="LiveId" clId="{500382AD-1B91-4007-A32C-DE1458FF1765}" dt="2026-05-27T03:41:53.943" v="56" actId="26606"/>
          <ac:spMkLst>
            <pc:docMk/>
            <pc:sldMk cId="3253728028" sldId="258"/>
            <ac:spMk id="50" creationId="{AF2F604E-43BE-4DC3-B983-E071523364F8}"/>
          </ac:spMkLst>
        </pc:spChg>
        <pc:spChg chg="add del">
          <ac:chgData name="Ashley Y. Gao" userId="f07f2add99568f29" providerId="LiveId" clId="{500382AD-1B91-4007-A32C-DE1458FF1765}" dt="2026-05-27T03:44:04.356" v="131" actId="26606"/>
          <ac:spMkLst>
            <pc:docMk/>
            <pc:sldMk cId="3253728028" sldId="258"/>
            <ac:spMk id="54" creationId="{665DBBEF-238B-476B-96AB-8AAC3224ECEA}"/>
          </ac:spMkLst>
        </pc:spChg>
        <pc:spChg chg="add del">
          <ac:chgData name="Ashley Y. Gao" userId="f07f2add99568f29" providerId="LiveId" clId="{500382AD-1B91-4007-A32C-DE1458FF1765}" dt="2026-05-27T03:44:04.356" v="131" actId="26606"/>
          <ac:spMkLst>
            <pc:docMk/>
            <pc:sldMk cId="3253728028" sldId="258"/>
            <ac:spMk id="55" creationId="{3FCFB1DE-0B7E-48CC-BA90-B2AB0889F9D6}"/>
          </ac:spMkLst>
        </pc:spChg>
        <pc:spChg chg="add">
          <ac:chgData name="Ashley Y. Gao" userId="f07f2add99568f29" providerId="LiveId" clId="{500382AD-1B91-4007-A32C-DE1458FF1765}" dt="2026-05-27T03:44:04.356" v="131" actId="26606"/>
          <ac:spMkLst>
            <pc:docMk/>
            <pc:sldMk cId="3253728028" sldId="258"/>
            <ac:spMk id="57" creationId="{D7D03296-BABA-47AD-A5D5-ED156727016E}"/>
          </ac:spMkLst>
        </pc:spChg>
        <pc:spChg chg="add del">
          <ac:chgData name="Ashley Y. Gao" userId="f07f2add99568f29" providerId="LiveId" clId="{500382AD-1B91-4007-A32C-DE1458FF1765}" dt="2026-05-27T03:43:47.156" v="130" actId="26606"/>
          <ac:spMkLst>
            <pc:docMk/>
            <pc:sldMk cId="3253728028" sldId="258"/>
            <ac:spMk id="60" creationId="{022BDE4A-8A20-4A69-9C5A-581C82036A4D}"/>
          </ac:spMkLst>
        </pc:spChg>
        <pc:spChg chg="add">
          <ac:chgData name="Ashley Y. Gao" userId="f07f2add99568f29" providerId="LiveId" clId="{500382AD-1B91-4007-A32C-DE1458FF1765}" dt="2026-05-27T03:44:04.356" v="131" actId="26606"/>
          <ac:spMkLst>
            <pc:docMk/>
            <pc:sldMk cId="3253728028" sldId="258"/>
            <ac:spMk id="62" creationId="{284A8429-F65A-490D-96E4-1158D3E8A026}"/>
          </ac:spMkLst>
        </pc:spChg>
        <pc:spChg chg="add">
          <ac:chgData name="Ashley Y. Gao" userId="f07f2add99568f29" providerId="LiveId" clId="{500382AD-1B91-4007-A32C-DE1458FF1765}" dt="2026-05-27T03:44:04.356" v="131" actId="26606"/>
          <ac:spMkLst>
            <pc:docMk/>
            <pc:sldMk cId="3253728028" sldId="258"/>
            <ac:spMk id="64" creationId="{0F022291-A82B-4D23-A1E0-5F9BD684669E}"/>
          </ac:spMkLst>
        </pc:spChg>
        <pc:spChg chg="add del">
          <ac:chgData name="Ashley Y. Gao" userId="f07f2add99568f29" providerId="LiveId" clId="{500382AD-1B91-4007-A32C-DE1458FF1765}" dt="2026-05-27T03:43:41.050" v="125" actId="26606"/>
          <ac:spMkLst>
            <pc:docMk/>
            <pc:sldMk cId="3253728028" sldId="258"/>
            <ac:spMk id="65" creationId="{99ED5833-B85B-4103-8A3B-CAB0308E6C15}"/>
          </ac:spMkLst>
        </pc:spChg>
        <pc:spChg chg="add del">
          <ac:chgData name="Ashley Y. Gao" userId="f07f2add99568f29" providerId="LiveId" clId="{500382AD-1B91-4007-A32C-DE1458FF1765}" dt="2026-05-27T03:43:46.705" v="129" actId="26606"/>
          <ac:spMkLst>
            <pc:docMk/>
            <pc:sldMk cId="3253728028" sldId="258"/>
            <ac:spMk id="67" creationId="{D6A9C53F-5F90-40A5-8C85-5412D39C8C68}"/>
          </ac:spMkLst>
        </pc:spChg>
        <pc:spChg chg="add del">
          <ac:chgData name="Ashley Y. Gao" userId="f07f2add99568f29" providerId="LiveId" clId="{500382AD-1B91-4007-A32C-DE1458FF1765}" dt="2026-05-27T03:43:46.705" v="129" actId="26606"/>
          <ac:spMkLst>
            <pc:docMk/>
            <pc:sldMk cId="3253728028" sldId="258"/>
            <ac:spMk id="68" creationId="{C4879EFC-8E62-4E00-973C-C45EE9EC676D}"/>
          </ac:spMkLst>
        </pc:spChg>
        <pc:picChg chg="del">
          <ac:chgData name="Ashley Y. Gao" userId="f07f2add99568f29" providerId="LiveId" clId="{500382AD-1B91-4007-A32C-DE1458FF1765}" dt="2026-05-27T03:41:43.863" v="52" actId="478"/>
          <ac:picMkLst>
            <pc:docMk/>
            <pc:sldMk cId="3253728028" sldId="258"/>
            <ac:picMk id="4" creationId="{D4DF4142-4511-6AF6-F724-AE5520A8E9A5}"/>
          </ac:picMkLst>
        </pc:picChg>
        <pc:picChg chg="add mod ord">
          <ac:chgData name="Ashley Y. Gao" userId="f07f2add99568f29" providerId="LiveId" clId="{500382AD-1B91-4007-A32C-DE1458FF1765}" dt="2026-05-27T03:44:04.356" v="131" actId="26606"/>
          <ac:picMkLst>
            <pc:docMk/>
            <pc:sldMk cId="3253728028" sldId="258"/>
            <ac:picMk id="5" creationId="{5E0772D3-244B-74E6-91E5-EBC213102013}"/>
          </ac:picMkLst>
        </pc:picChg>
        <pc:picChg chg="add mod">
          <ac:chgData name="Ashley Y. Gao" userId="f07f2add99568f29" providerId="LiveId" clId="{500382AD-1B91-4007-A32C-DE1458FF1765}" dt="2026-05-27T03:44:04.356" v="131" actId="26606"/>
          <ac:picMkLst>
            <pc:docMk/>
            <pc:sldMk cId="3253728028" sldId="258"/>
            <ac:picMk id="6" creationId="{82B3A94E-D2A7-82EA-930E-CBFCDD2F7B42}"/>
          </ac:picMkLst>
        </pc:picChg>
      </pc:sldChg>
      <pc:sldChg chg="modSp add del mod ord">
        <pc:chgData name="Ashley Y. Gao" userId="f07f2add99568f29" providerId="LiveId" clId="{500382AD-1B91-4007-A32C-DE1458FF1765}" dt="2026-05-27T04:04:17.735" v="586" actId="27636"/>
        <pc:sldMkLst>
          <pc:docMk/>
          <pc:sldMk cId="1977595521" sldId="260"/>
        </pc:sldMkLst>
        <pc:spChg chg="mod">
          <ac:chgData name="Ashley Y. Gao" userId="f07f2add99568f29" providerId="LiveId" clId="{500382AD-1B91-4007-A32C-DE1458FF1765}" dt="2026-05-27T04:04:17.735" v="586" actId="27636"/>
          <ac:spMkLst>
            <pc:docMk/>
            <pc:sldMk cId="1977595521" sldId="260"/>
            <ac:spMk id="2" creationId="{3AB6D178-4CF9-57D2-7781-F411AFCDAFD9}"/>
          </ac:spMkLst>
        </pc:spChg>
      </pc:sldChg>
      <pc:sldChg chg="ord">
        <pc:chgData name="Ashley Y. Gao" userId="f07f2add99568f29" providerId="LiveId" clId="{500382AD-1B91-4007-A32C-DE1458FF1765}" dt="2026-05-27T08:25:15.057" v="896"/>
        <pc:sldMkLst>
          <pc:docMk/>
          <pc:sldMk cId="841679239" sldId="261"/>
        </pc:sldMkLst>
      </pc:sldChg>
      <pc:sldChg chg="del ord">
        <pc:chgData name="Ashley Y. Gao" userId="f07f2add99568f29" providerId="LiveId" clId="{500382AD-1B91-4007-A32C-DE1458FF1765}" dt="2026-05-27T03:31:38.263" v="4" actId="2696"/>
        <pc:sldMkLst>
          <pc:docMk/>
          <pc:sldMk cId="2769279892" sldId="262"/>
        </pc:sldMkLst>
      </pc:sldChg>
      <pc:sldChg chg="addSp delSp modSp mod ord setBg">
        <pc:chgData name="Ashley Y. Gao" userId="f07f2add99568f29" providerId="LiveId" clId="{500382AD-1B91-4007-A32C-DE1458FF1765}" dt="2026-05-27T04:14:58.993" v="795" actId="14100"/>
        <pc:sldMkLst>
          <pc:docMk/>
          <pc:sldMk cId="2909131467" sldId="263"/>
        </pc:sldMkLst>
        <pc:spChg chg="mod">
          <ac:chgData name="Ashley Y. Gao" userId="f07f2add99568f29" providerId="LiveId" clId="{500382AD-1B91-4007-A32C-DE1458FF1765}" dt="2026-05-27T03:44:20.950" v="133" actId="26606"/>
          <ac:spMkLst>
            <pc:docMk/>
            <pc:sldMk cId="2909131467" sldId="263"/>
            <ac:spMk id="4" creationId="{8FF93751-2130-332B-EFDC-2614D105395D}"/>
          </ac:spMkLst>
        </pc:spChg>
        <pc:spChg chg="mod">
          <ac:chgData name="Ashley Y. Gao" userId="f07f2add99568f29" providerId="LiveId" clId="{500382AD-1B91-4007-A32C-DE1458FF1765}" dt="2026-05-27T03:44:20.950" v="133" actId="26606"/>
          <ac:spMkLst>
            <pc:docMk/>
            <pc:sldMk cId="2909131467" sldId="263"/>
            <ac:spMk id="5" creationId="{B5DE7990-13A6-1BE2-70CA-48CDFC587104}"/>
          </ac:spMkLst>
        </pc:spChg>
        <pc:spChg chg="add del">
          <ac:chgData name="Ashley Y. Gao" userId="f07f2add99568f29" providerId="LiveId" clId="{500382AD-1B91-4007-A32C-DE1458FF1765}" dt="2026-05-27T03:44:20.950" v="133" actId="26606"/>
          <ac:spMkLst>
            <pc:docMk/>
            <pc:sldMk cId="2909131467" sldId="263"/>
            <ac:spMk id="12" creationId="{743AA782-23D1-4521-8CAD-47662984AA08}"/>
          </ac:spMkLst>
        </pc:spChg>
        <pc:spChg chg="add del">
          <ac:chgData name="Ashley Y. Gao" userId="f07f2add99568f29" providerId="LiveId" clId="{500382AD-1B91-4007-A32C-DE1458FF1765}" dt="2026-05-27T03:44:20.950" v="133" actId="26606"/>
          <ac:spMkLst>
            <pc:docMk/>
            <pc:sldMk cId="2909131467" sldId="263"/>
            <ac:spMk id="14" creationId="{71877DBC-BB60-40F0-AC93-2ACDBAAE60CE}"/>
          </ac:spMkLst>
        </pc:spChg>
        <pc:picChg chg="mod">
          <ac:chgData name="Ashley Y. Gao" userId="f07f2add99568f29" providerId="LiveId" clId="{500382AD-1B91-4007-A32C-DE1458FF1765}" dt="2026-05-27T04:14:58.993" v="795" actId="14100"/>
          <ac:picMkLst>
            <pc:docMk/>
            <pc:sldMk cId="2909131467" sldId="263"/>
            <ac:picMk id="7" creationId="{A3001239-7198-812A-CEF0-E8024BF1B2C5}"/>
          </ac:picMkLst>
        </pc:picChg>
      </pc:sldChg>
      <pc:sldChg chg="ord">
        <pc:chgData name="Ashley Y. Gao" userId="f07f2add99568f29" providerId="LiveId" clId="{500382AD-1B91-4007-A32C-DE1458FF1765}" dt="2026-05-27T08:15:29.587" v="849"/>
        <pc:sldMkLst>
          <pc:docMk/>
          <pc:sldMk cId="1224957958" sldId="264"/>
        </pc:sldMkLst>
      </pc:sldChg>
      <pc:sldChg chg="addSp delSp modSp mod ord modClrScheme chgLayout">
        <pc:chgData name="Ashley Y. Gao" userId="f07f2add99568f29" providerId="LiveId" clId="{500382AD-1B91-4007-A32C-DE1458FF1765}" dt="2026-05-27T08:24:21.414" v="894"/>
        <pc:sldMkLst>
          <pc:docMk/>
          <pc:sldMk cId="324912887" sldId="265"/>
        </pc:sldMkLst>
        <pc:spChg chg="del">
          <ac:chgData name="Ashley Y. Gao" userId="f07f2add99568f29" providerId="LiveId" clId="{500382AD-1B91-4007-A32C-DE1458FF1765}" dt="2026-05-27T08:24:17.821" v="892" actId="700"/>
          <ac:spMkLst>
            <pc:docMk/>
            <pc:sldMk cId="324912887" sldId="265"/>
            <ac:spMk id="2" creationId="{FD5BAD62-8997-C008-23F6-D6EEFC570B4A}"/>
          </ac:spMkLst>
        </pc:spChg>
        <pc:spChg chg="del">
          <ac:chgData name="Ashley Y. Gao" userId="f07f2add99568f29" providerId="LiveId" clId="{500382AD-1B91-4007-A32C-DE1458FF1765}" dt="2026-05-27T08:24:17.821" v="892" actId="700"/>
          <ac:spMkLst>
            <pc:docMk/>
            <pc:sldMk cId="324912887" sldId="265"/>
            <ac:spMk id="3" creationId="{FD52F8EB-9E98-0BED-0C50-077C21FA8AC0}"/>
          </ac:spMkLst>
        </pc:spChg>
        <pc:picChg chg="add mod">
          <ac:chgData name="Ashley Y. Gao" userId="f07f2add99568f29" providerId="LiveId" clId="{500382AD-1B91-4007-A32C-DE1458FF1765}" dt="2026-05-27T08:24:21.414" v="894"/>
          <ac:picMkLst>
            <pc:docMk/>
            <pc:sldMk cId="324912887" sldId="265"/>
            <ac:picMk id="5" creationId="{0AC135CA-815F-F0C1-9785-6617409477B6}"/>
          </ac:picMkLst>
        </pc:picChg>
      </pc:sldChg>
      <pc:sldChg chg="addSp delSp modSp new del mod ord setBg">
        <pc:chgData name="Ashley Y. Gao" userId="f07f2add99568f29" providerId="LiveId" clId="{500382AD-1B91-4007-A32C-DE1458FF1765}" dt="2026-05-27T08:19:55.070" v="859" actId="2696"/>
        <pc:sldMkLst>
          <pc:docMk/>
          <pc:sldMk cId="238028139" sldId="266"/>
        </pc:sldMkLst>
        <pc:spChg chg="mod">
          <ac:chgData name="Ashley Y. Gao" userId="f07f2add99568f29" providerId="LiveId" clId="{500382AD-1B91-4007-A32C-DE1458FF1765}" dt="2026-05-27T03:37:12.233" v="40" actId="26606"/>
          <ac:spMkLst>
            <pc:docMk/>
            <pc:sldMk cId="238028139" sldId="266"/>
            <ac:spMk id="2" creationId="{79755AC2-FE70-39B9-9205-EC0B217A932F}"/>
          </ac:spMkLst>
        </pc:spChg>
        <pc:spChg chg="del mod">
          <ac:chgData name="Ashley Y. Gao" userId="f07f2add99568f29" providerId="LiveId" clId="{500382AD-1B91-4007-A32C-DE1458FF1765}" dt="2026-05-27T03:35:49.575" v="26" actId="22"/>
          <ac:spMkLst>
            <pc:docMk/>
            <pc:sldMk cId="238028139" sldId="266"/>
            <ac:spMk id="3" creationId="{BA9E5DEA-6704-95AD-A17D-9EB11372C3EA}"/>
          </ac:spMkLst>
        </pc:spChg>
        <pc:spChg chg="add del mod">
          <ac:chgData name="Ashley Y. Gao" userId="f07f2add99568f29" providerId="LiveId" clId="{500382AD-1B91-4007-A32C-DE1458FF1765}" dt="2026-05-27T03:40:19.749" v="43"/>
          <ac:spMkLst>
            <pc:docMk/>
            <pc:sldMk cId="238028139" sldId="266"/>
            <ac:spMk id="6" creationId="{E7C30889-AEA6-701D-D587-C28DB3216EEB}"/>
          </ac:spMkLst>
        </pc:spChg>
        <pc:spChg chg="add mod ord">
          <ac:chgData name="Ashley Y. Gao" userId="f07f2add99568f29" providerId="LiveId" clId="{500382AD-1B91-4007-A32C-DE1458FF1765}" dt="2026-05-27T03:37:20.015" v="41" actId="20577"/>
          <ac:spMkLst>
            <pc:docMk/>
            <pc:sldMk cId="238028139" sldId="266"/>
            <ac:spMk id="7" creationId="{4312937D-0B06-20A2-F94C-9265ABD0FA3E}"/>
          </ac:spMkLst>
        </pc:spChg>
        <pc:spChg chg="add del">
          <ac:chgData name="Ashley Y. Gao" userId="f07f2add99568f29" providerId="LiveId" clId="{500382AD-1B91-4007-A32C-DE1458FF1765}" dt="2026-05-27T03:37:06.315" v="35" actId="26606"/>
          <ac:spMkLst>
            <pc:docMk/>
            <pc:sldMk cId="238028139" sldId="266"/>
            <ac:spMk id="12" creationId="{0D7B6173-1D58-48E2-83CF-37350F315F75}"/>
          </ac:spMkLst>
        </pc:spChg>
        <pc:spChg chg="add del">
          <ac:chgData name="Ashley Y. Gao" userId="f07f2add99568f29" providerId="LiveId" clId="{500382AD-1B91-4007-A32C-DE1458FF1765}" dt="2026-05-27T03:37:06.315" v="35" actId="26606"/>
          <ac:spMkLst>
            <pc:docMk/>
            <pc:sldMk cId="238028139" sldId="266"/>
            <ac:spMk id="14" creationId="{BE149CDF-5DAC-4860-A285-9492CF2090AA}"/>
          </ac:spMkLst>
        </pc:spChg>
        <pc:spChg chg="add del">
          <ac:chgData name="Ashley Y. Gao" userId="f07f2add99568f29" providerId="LiveId" clId="{500382AD-1B91-4007-A32C-DE1458FF1765}" dt="2026-05-27T03:37:06.315" v="35" actId="26606"/>
          <ac:spMkLst>
            <pc:docMk/>
            <pc:sldMk cId="238028139" sldId="266"/>
            <ac:spMk id="18" creationId="{21BDEC81-16A7-4451-B893-C15000083B77}"/>
          </ac:spMkLst>
        </pc:spChg>
        <pc:spChg chg="add del">
          <ac:chgData name="Ashley Y. Gao" userId="f07f2add99568f29" providerId="LiveId" clId="{500382AD-1B91-4007-A32C-DE1458FF1765}" dt="2026-05-27T03:37:06.315" v="35" actId="26606"/>
          <ac:spMkLst>
            <pc:docMk/>
            <pc:sldMk cId="238028139" sldId="266"/>
            <ac:spMk id="20" creationId="{26A515A1-4D80-430E-BE0A-71A290516A82}"/>
          </ac:spMkLst>
        </pc:spChg>
        <pc:spChg chg="add del">
          <ac:chgData name="Ashley Y. Gao" userId="f07f2add99568f29" providerId="LiveId" clId="{500382AD-1B91-4007-A32C-DE1458FF1765}" dt="2026-05-27T03:37:10.978" v="37" actId="26606"/>
          <ac:spMkLst>
            <pc:docMk/>
            <pc:sldMk cId="238028139" sldId="266"/>
            <ac:spMk id="22" creationId="{0B9EE3F3-89B7-43C3-8651-C4C96830993D}"/>
          </ac:spMkLst>
        </pc:spChg>
        <pc:spChg chg="add del">
          <ac:chgData name="Ashley Y. Gao" userId="f07f2add99568f29" providerId="LiveId" clId="{500382AD-1B91-4007-A32C-DE1458FF1765}" dt="2026-05-27T03:37:10.978" v="37" actId="26606"/>
          <ac:spMkLst>
            <pc:docMk/>
            <pc:sldMk cId="238028139" sldId="266"/>
            <ac:spMk id="23" creationId="{33AE4636-AEEC-45D6-84D4-7AC2DA48ECF8}"/>
          </ac:spMkLst>
        </pc:spChg>
        <pc:spChg chg="add del">
          <ac:chgData name="Ashley Y. Gao" userId="f07f2add99568f29" providerId="LiveId" clId="{500382AD-1B91-4007-A32C-DE1458FF1765}" dt="2026-05-27T03:37:10.978" v="37" actId="26606"/>
          <ac:spMkLst>
            <pc:docMk/>
            <pc:sldMk cId="238028139" sldId="266"/>
            <ac:spMk id="24" creationId="{8D9CE0F4-2EB2-4F1F-8AAC-DB3571D9FE10}"/>
          </ac:spMkLst>
        </pc:spChg>
        <pc:spChg chg="add del">
          <ac:chgData name="Ashley Y. Gao" userId="f07f2add99568f29" providerId="LiveId" clId="{500382AD-1B91-4007-A32C-DE1458FF1765}" dt="2026-05-27T03:37:12.222" v="39" actId="26606"/>
          <ac:spMkLst>
            <pc:docMk/>
            <pc:sldMk cId="238028139" sldId="266"/>
            <ac:spMk id="26" creationId="{2B97F24A-32CE-4C1C-A50D-3016B394DCFB}"/>
          </ac:spMkLst>
        </pc:spChg>
        <pc:spChg chg="add del">
          <ac:chgData name="Ashley Y. Gao" userId="f07f2add99568f29" providerId="LiveId" clId="{500382AD-1B91-4007-A32C-DE1458FF1765}" dt="2026-05-27T03:37:12.222" v="39" actId="26606"/>
          <ac:spMkLst>
            <pc:docMk/>
            <pc:sldMk cId="238028139" sldId="266"/>
            <ac:spMk id="27" creationId="{6357EC4F-235E-4222-A36F-C7878ACE37F2}"/>
          </ac:spMkLst>
        </pc:spChg>
        <pc:spChg chg="add">
          <ac:chgData name="Ashley Y. Gao" userId="f07f2add99568f29" providerId="LiveId" clId="{500382AD-1B91-4007-A32C-DE1458FF1765}" dt="2026-05-27T03:37:12.233" v="40" actId="26606"/>
          <ac:spMkLst>
            <pc:docMk/>
            <pc:sldMk cId="238028139" sldId="266"/>
            <ac:spMk id="29" creationId="{0B9EE3F3-89B7-43C3-8651-C4C96830993D}"/>
          </ac:spMkLst>
        </pc:spChg>
        <pc:spChg chg="add">
          <ac:chgData name="Ashley Y. Gao" userId="f07f2add99568f29" providerId="LiveId" clId="{500382AD-1B91-4007-A32C-DE1458FF1765}" dt="2026-05-27T03:37:12.233" v="40" actId="26606"/>
          <ac:spMkLst>
            <pc:docMk/>
            <pc:sldMk cId="238028139" sldId="266"/>
            <ac:spMk id="30" creationId="{33AE4636-AEEC-45D6-84D4-7AC2DA48ECF8}"/>
          </ac:spMkLst>
        </pc:spChg>
        <pc:spChg chg="add">
          <ac:chgData name="Ashley Y. Gao" userId="f07f2add99568f29" providerId="LiveId" clId="{500382AD-1B91-4007-A32C-DE1458FF1765}" dt="2026-05-27T03:37:12.233" v="40" actId="26606"/>
          <ac:spMkLst>
            <pc:docMk/>
            <pc:sldMk cId="238028139" sldId="266"/>
            <ac:spMk id="31" creationId="{8D9CE0F4-2EB2-4F1F-8AAC-DB3571D9FE10}"/>
          </ac:spMkLst>
        </pc:spChg>
        <pc:picChg chg="add mod ord">
          <ac:chgData name="Ashley Y. Gao" userId="f07f2add99568f29" providerId="LiveId" clId="{500382AD-1B91-4007-A32C-DE1458FF1765}" dt="2026-05-27T03:37:12.233" v="40" actId="26606"/>
          <ac:picMkLst>
            <pc:docMk/>
            <pc:sldMk cId="238028139" sldId="266"/>
            <ac:picMk id="5" creationId="{3967550D-F893-0BA1-B202-44E1742570A3}"/>
          </ac:picMkLst>
        </pc:picChg>
        <pc:picChg chg="add del">
          <ac:chgData name="Ashley Y. Gao" userId="f07f2add99568f29" providerId="LiveId" clId="{500382AD-1B91-4007-A32C-DE1458FF1765}" dt="2026-05-27T03:37:06.315" v="35" actId="26606"/>
          <ac:picMkLst>
            <pc:docMk/>
            <pc:sldMk cId="238028139" sldId="266"/>
            <ac:picMk id="16" creationId="{B0DAC8FB-A162-44E3-A606-C855A03A5B09}"/>
          </ac:picMkLst>
        </pc:picChg>
      </pc:sldChg>
      <pc:sldChg chg="addSp delSp add del setBg delDesignElem">
        <pc:chgData name="Ashley Y. Gao" userId="f07f2add99568f29" providerId="LiveId" clId="{500382AD-1B91-4007-A32C-DE1458FF1765}" dt="2026-05-27T08:21:24.109" v="876"/>
        <pc:sldMkLst>
          <pc:docMk/>
          <pc:sldMk cId="1970294305" sldId="266"/>
        </pc:sldMkLst>
        <pc:spChg chg="add del">
          <ac:chgData name="Ashley Y. Gao" userId="f07f2add99568f29" providerId="LiveId" clId="{500382AD-1B91-4007-A32C-DE1458FF1765}" dt="2026-05-27T08:21:24.109" v="876"/>
          <ac:spMkLst>
            <pc:docMk/>
            <pc:sldMk cId="1970294305" sldId="266"/>
            <ac:spMk id="29" creationId="{0B9EE3F3-89B7-43C3-8651-C4C96830993D}"/>
          </ac:spMkLst>
        </pc:spChg>
        <pc:spChg chg="add del">
          <ac:chgData name="Ashley Y. Gao" userId="f07f2add99568f29" providerId="LiveId" clId="{500382AD-1B91-4007-A32C-DE1458FF1765}" dt="2026-05-27T08:21:24.109" v="876"/>
          <ac:spMkLst>
            <pc:docMk/>
            <pc:sldMk cId="1970294305" sldId="266"/>
            <ac:spMk id="30" creationId="{33AE4636-AEEC-45D6-84D4-7AC2DA48ECF8}"/>
          </ac:spMkLst>
        </pc:spChg>
        <pc:spChg chg="add del">
          <ac:chgData name="Ashley Y. Gao" userId="f07f2add99568f29" providerId="LiveId" clId="{500382AD-1B91-4007-A32C-DE1458FF1765}" dt="2026-05-27T08:21:24.109" v="876"/>
          <ac:spMkLst>
            <pc:docMk/>
            <pc:sldMk cId="1970294305" sldId="266"/>
            <ac:spMk id="31" creationId="{8D9CE0F4-2EB2-4F1F-8AAC-DB3571D9FE10}"/>
          </ac:spMkLst>
        </pc:spChg>
      </pc:sldChg>
      <pc:sldChg chg="addSp delSp add del setBg delDesignElem">
        <pc:chgData name="Ashley Y. Gao" userId="f07f2add99568f29" providerId="LiveId" clId="{500382AD-1B91-4007-A32C-DE1458FF1765}" dt="2026-05-27T08:21:27.966" v="879"/>
        <pc:sldMkLst>
          <pc:docMk/>
          <pc:sldMk cId="4223811270" sldId="266"/>
        </pc:sldMkLst>
        <pc:spChg chg="add del">
          <ac:chgData name="Ashley Y. Gao" userId="f07f2add99568f29" providerId="LiveId" clId="{500382AD-1B91-4007-A32C-DE1458FF1765}" dt="2026-05-27T08:21:27.966" v="879"/>
          <ac:spMkLst>
            <pc:docMk/>
            <pc:sldMk cId="4223811270" sldId="266"/>
            <ac:spMk id="29" creationId="{8478AE37-4386-7C50-1B3E-194A6F31525D}"/>
          </ac:spMkLst>
        </pc:spChg>
        <pc:spChg chg="add del">
          <ac:chgData name="Ashley Y. Gao" userId="f07f2add99568f29" providerId="LiveId" clId="{500382AD-1B91-4007-A32C-DE1458FF1765}" dt="2026-05-27T08:21:27.966" v="879"/>
          <ac:spMkLst>
            <pc:docMk/>
            <pc:sldMk cId="4223811270" sldId="266"/>
            <ac:spMk id="30" creationId="{012B82D9-CF88-DD61-F723-DE46EE5521A9}"/>
          </ac:spMkLst>
        </pc:spChg>
        <pc:spChg chg="add del">
          <ac:chgData name="Ashley Y. Gao" userId="f07f2add99568f29" providerId="LiveId" clId="{500382AD-1B91-4007-A32C-DE1458FF1765}" dt="2026-05-27T08:21:27.966" v="879"/>
          <ac:spMkLst>
            <pc:docMk/>
            <pc:sldMk cId="4223811270" sldId="266"/>
            <ac:spMk id="31" creationId="{60E34459-47F2-0E2B-6798-01D97E143C6B}"/>
          </ac:spMkLst>
        </pc:spChg>
      </pc:sldChg>
      <pc:sldChg chg="addSp delSp modSp new mod setBg">
        <pc:chgData name="Ashley Y. Gao" userId="f07f2add99568f29" providerId="LiveId" clId="{500382AD-1B91-4007-A32C-DE1458FF1765}" dt="2026-05-27T04:05:04.465" v="701" actId="20577"/>
        <pc:sldMkLst>
          <pc:docMk/>
          <pc:sldMk cId="3327610604" sldId="267"/>
        </pc:sldMkLst>
        <pc:spChg chg="mod">
          <ac:chgData name="Ashley Y. Gao" userId="f07f2add99568f29" providerId="LiveId" clId="{500382AD-1B91-4007-A32C-DE1458FF1765}" dt="2026-05-27T03:51:17.002" v="195" actId="26606"/>
          <ac:spMkLst>
            <pc:docMk/>
            <pc:sldMk cId="3327610604" sldId="267"/>
            <ac:spMk id="2" creationId="{C92179E1-4DAB-C70F-9FE7-D632B0DBA30C}"/>
          </ac:spMkLst>
        </pc:spChg>
        <pc:spChg chg="add del">
          <ac:chgData name="Ashley Y. Gao" userId="f07f2add99568f29" providerId="LiveId" clId="{500382AD-1B91-4007-A32C-DE1458FF1765}" dt="2026-05-27T03:50:41.834" v="191" actId="22"/>
          <ac:spMkLst>
            <pc:docMk/>
            <pc:sldMk cId="3327610604" sldId="267"/>
            <ac:spMk id="3" creationId="{4FDE69A3-ED0A-28AE-8D60-6CBD761F6CF4}"/>
          </ac:spMkLst>
        </pc:spChg>
        <pc:spChg chg="add del">
          <ac:chgData name="Ashley Y. Gao" userId="f07f2add99568f29" providerId="LiveId" clId="{500382AD-1B91-4007-A32C-DE1458FF1765}" dt="2026-05-27T03:50:30.370" v="188" actId="26606"/>
          <ac:spMkLst>
            <pc:docMk/>
            <pc:sldMk cId="3327610604" sldId="267"/>
            <ac:spMk id="12" creationId="{C4879EFC-8E62-4E00-973C-C45EE9EC676D}"/>
          </ac:spMkLst>
        </pc:spChg>
        <pc:spChg chg="add mod">
          <ac:chgData name="Ashley Y. Gao" userId="f07f2add99568f29" providerId="LiveId" clId="{500382AD-1B91-4007-A32C-DE1458FF1765}" dt="2026-05-27T03:54:02.035" v="219" actId="20577"/>
          <ac:spMkLst>
            <pc:docMk/>
            <pc:sldMk cId="3327610604" sldId="267"/>
            <ac:spMk id="13" creationId="{B12739EA-C372-DA04-C6B7-B403DDC386A5}"/>
          </ac:spMkLst>
        </pc:spChg>
        <pc:spChg chg="add del">
          <ac:chgData name="Ashley Y. Gao" userId="f07f2add99568f29" providerId="LiveId" clId="{500382AD-1B91-4007-A32C-DE1458FF1765}" dt="2026-05-27T03:50:30.370" v="188" actId="26606"/>
          <ac:spMkLst>
            <pc:docMk/>
            <pc:sldMk cId="3327610604" sldId="267"/>
            <ac:spMk id="14" creationId="{D6A9C53F-5F90-40A5-8C85-5412D39C8C68}"/>
          </ac:spMkLst>
        </pc:spChg>
        <pc:spChg chg="add del">
          <ac:chgData name="Ashley Y. Gao" userId="f07f2add99568f29" providerId="LiveId" clId="{500382AD-1B91-4007-A32C-DE1458FF1765}" dt="2026-05-27T03:51:17.001" v="194" actId="26606"/>
          <ac:spMkLst>
            <pc:docMk/>
            <pc:sldMk cId="3327610604" sldId="267"/>
            <ac:spMk id="15" creationId="{1220000D-68B3-C573-FF49-C817EF95D70E}"/>
          </ac:spMkLst>
        </pc:spChg>
        <pc:spChg chg="add del">
          <ac:chgData name="Ashley Y. Gao" userId="f07f2add99568f29" providerId="LiveId" clId="{500382AD-1B91-4007-A32C-DE1458FF1765}" dt="2026-05-27T03:51:17.001" v="194" actId="26606"/>
          <ac:spMkLst>
            <pc:docMk/>
            <pc:sldMk cId="3327610604" sldId="267"/>
            <ac:spMk id="18" creationId="{69D47016-023F-44BD-981C-50E7A10A6609}"/>
          </ac:spMkLst>
        </pc:spChg>
        <pc:spChg chg="add del">
          <ac:chgData name="Ashley Y. Gao" userId="f07f2add99568f29" providerId="LiveId" clId="{500382AD-1B91-4007-A32C-DE1458FF1765}" dt="2026-05-27T03:51:17.001" v="194" actId="26606"/>
          <ac:spMkLst>
            <pc:docMk/>
            <pc:sldMk cId="3327610604" sldId="267"/>
            <ac:spMk id="20" creationId="{6D8B37B0-0682-433E-BC8D-498C04ABD9A7}"/>
          </ac:spMkLst>
        </pc:spChg>
        <pc:spChg chg="add">
          <ac:chgData name="Ashley Y. Gao" userId="f07f2add99568f29" providerId="LiveId" clId="{500382AD-1B91-4007-A32C-DE1458FF1765}" dt="2026-05-27T03:51:17.002" v="195" actId="26606"/>
          <ac:spMkLst>
            <pc:docMk/>
            <pc:sldMk cId="3327610604" sldId="267"/>
            <ac:spMk id="22" creationId="{C1A2385B-1D2A-4E17-84FA-6CB7F0AAE473}"/>
          </ac:spMkLst>
        </pc:spChg>
        <pc:spChg chg="add">
          <ac:chgData name="Ashley Y. Gao" userId="f07f2add99568f29" providerId="LiveId" clId="{500382AD-1B91-4007-A32C-DE1458FF1765}" dt="2026-05-27T03:51:17.002" v="195" actId="26606"/>
          <ac:spMkLst>
            <pc:docMk/>
            <pc:sldMk cId="3327610604" sldId="267"/>
            <ac:spMk id="23" creationId="{385E1BDC-A9B0-4A87-82E3-F3187F69A802}"/>
          </ac:spMkLst>
        </pc:spChg>
        <pc:spChg chg="add">
          <ac:chgData name="Ashley Y. Gao" userId="f07f2add99568f29" providerId="LiveId" clId="{500382AD-1B91-4007-A32C-DE1458FF1765}" dt="2026-05-27T03:51:17.002" v="195" actId="26606"/>
          <ac:spMkLst>
            <pc:docMk/>
            <pc:sldMk cId="3327610604" sldId="267"/>
            <ac:spMk id="24" creationId="{5E791F2F-79DB-4CC0-9FA1-001E3E91E8B7}"/>
          </ac:spMkLst>
        </pc:spChg>
        <pc:spChg chg="add">
          <ac:chgData name="Ashley Y. Gao" userId="f07f2add99568f29" providerId="LiveId" clId="{500382AD-1B91-4007-A32C-DE1458FF1765}" dt="2026-05-27T03:51:17.002" v="195" actId="26606"/>
          <ac:spMkLst>
            <pc:docMk/>
            <pc:sldMk cId="3327610604" sldId="267"/>
            <ac:spMk id="25" creationId="{0990C621-3B8B-4820-8328-D47EF7CE823C}"/>
          </ac:spMkLst>
        </pc:spChg>
        <pc:spChg chg="add mod">
          <ac:chgData name="Ashley Y. Gao" userId="f07f2add99568f29" providerId="LiveId" clId="{500382AD-1B91-4007-A32C-DE1458FF1765}" dt="2026-05-27T04:05:04.465" v="701" actId="20577"/>
          <ac:spMkLst>
            <pc:docMk/>
            <pc:sldMk cId="3327610604" sldId="267"/>
            <ac:spMk id="26" creationId="{90424DEF-4DB6-5207-DCCB-5BF0CF545B6A}"/>
          </ac:spMkLst>
        </pc:spChg>
        <pc:picChg chg="add del mod ord">
          <ac:chgData name="Ashley Y. Gao" userId="f07f2add99568f29" providerId="LiveId" clId="{500382AD-1B91-4007-A32C-DE1458FF1765}" dt="2026-05-27T03:50:31.939" v="190" actId="22"/>
          <ac:picMkLst>
            <pc:docMk/>
            <pc:sldMk cId="3327610604" sldId="267"/>
            <ac:picMk id="5" creationId="{E73AC6E9-E387-2F83-87A4-3EC79C6961E8}"/>
          </ac:picMkLst>
        </pc:picChg>
        <pc:picChg chg="add del mod">
          <ac:chgData name="Ashley Y. Gao" userId="f07f2add99568f29" providerId="LiveId" clId="{500382AD-1B91-4007-A32C-DE1458FF1765}" dt="2026-05-27T03:50:31.404" v="189" actId="22"/>
          <ac:picMkLst>
            <pc:docMk/>
            <pc:sldMk cId="3327610604" sldId="267"/>
            <ac:picMk id="7" creationId="{A177826F-22B3-E9B0-9019-630CCD497275}"/>
          </ac:picMkLst>
        </pc:picChg>
        <pc:picChg chg="add mod ord">
          <ac:chgData name="Ashley Y. Gao" userId="f07f2add99568f29" providerId="LiveId" clId="{500382AD-1B91-4007-A32C-DE1458FF1765}" dt="2026-05-27T03:51:17.002" v="195" actId="26606"/>
          <ac:picMkLst>
            <pc:docMk/>
            <pc:sldMk cId="3327610604" sldId="267"/>
            <ac:picMk id="9" creationId="{E09513FD-FA33-C012-A2EB-C63215BB3B7C}"/>
          </ac:picMkLst>
        </pc:picChg>
        <pc:picChg chg="add mod">
          <ac:chgData name="Ashley Y. Gao" userId="f07f2add99568f29" providerId="LiveId" clId="{500382AD-1B91-4007-A32C-DE1458FF1765}" dt="2026-05-27T03:51:17.002" v="195" actId="26606"/>
          <ac:picMkLst>
            <pc:docMk/>
            <pc:sldMk cId="3327610604" sldId="267"/>
            <ac:picMk id="11" creationId="{C71DD860-4E9F-36E1-69ED-4DB430B3A810}"/>
          </ac:picMkLst>
        </pc:picChg>
      </pc:sldChg>
      <pc:sldChg chg="addSp delSp modSp new mod setBg">
        <pc:chgData name="Ashley Y. Gao" userId="f07f2add99568f29" providerId="LiveId" clId="{500382AD-1B91-4007-A32C-DE1458FF1765}" dt="2026-05-27T04:04:57.685" v="694" actId="20577"/>
        <pc:sldMkLst>
          <pc:docMk/>
          <pc:sldMk cId="3868955177" sldId="268"/>
        </pc:sldMkLst>
        <pc:spChg chg="mod">
          <ac:chgData name="Ashley Y. Gao" userId="f07f2add99568f29" providerId="LiveId" clId="{500382AD-1B91-4007-A32C-DE1458FF1765}" dt="2026-05-27T03:59:30.353" v="505" actId="26606"/>
          <ac:spMkLst>
            <pc:docMk/>
            <pc:sldMk cId="3868955177" sldId="268"/>
            <ac:spMk id="2" creationId="{BE36341A-7B22-ACD7-44FD-DFF4A7E81E73}"/>
          </ac:spMkLst>
        </pc:spChg>
        <pc:spChg chg="del">
          <ac:chgData name="Ashley Y. Gao" userId="f07f2add99568f29" providerId="LiveId" clId="{500382AD-1B91-4007-A32C-DE1458FF1765}" dt="2026-05-27T03:58:31.973" v="501" actId="22"/>
          <ac:spMkLst>
            <pc:docMk/>
            <pc:sldMk cId="3868955177" sldId="268"/>
            <ac:spMk id="3" creationId="{9E47BD50-1E56-F8ED-DFE9-9BD5279AFF3F}"/>
          </ac:spMkLst>
        </pc:spChg>
        <pc:spChg chg="add mod">
          <ac:chgData name="Ashley Y. Gao" userId="f07f2add99568f29" providerId="LiveId" clId="{500382AD-1B91-4007-A32C-DE1458FF1765}" dt="2026-05-27T04:01:47.667" v="512"/>
          <ac:spMkLst>
            <pc:docMk/>
            <pc:sldMk cId="3868955177" sldId="268"/>
            <ac:spMk id="8" creationId="{8B9D0F14-28B7-F57D-4651-1C6F2CED26D1}"/>
          </ac:spMkLst>
        </pc:spChg>
        <pc:spChg chg="add del">
          <ac:chgData name="Ashley Y. Gao" userId="f07f2add99568f29" providerId="LiveId" clId="{500382AD-1B91-4007-A32C-DE1458FF1765}" dt="2026-05-27T03:59:30.337" v="504" actId="26606"/>
          <ac:spMkLst>
            <pc:docMk/>
            <pc:sldMk cId="3868955177" sldId="268"/>
            <ac:spMk id="11" creationId="{D4263EF1-2160-9024-2F03-DA6D3D354193}"/>
          </ac:spMkLst>
        </pc:spChg>
        <pc:spChg chg="add del">
          <ac:chgData name="Ashley Y. Gao" userId="f07f2add99568f29" providerId="LiveId" clId="{500382AD-1B91-4007-A32C-DE1458FF1765}" dt="2026-05-27T03:59:30.337" v="504" actId="26606"/>
          <ac:spMkLst>
            <pc:docMk/>
            <pc:sldMk cId="3868955177" sldId="268"/>
            <ac:spMk id="14" creationId="{69D47016-023F-44BD-981C-50E7A10A6609}"/>
          </ac:spMkLst>
        </pc:spChg>
        <pc:spChg chg="add del">
          <ac:chgData name="Ashley Y. Gao" userId="f07f2add99568f29" providerId="LiveId" clId="{500382AD-1B91-4007-A32C-DE1458FF1765}" dt="2026-05-27T03:59:30.337" v="504" actId="26606"/>
          <ac:spMkLst>
            <pc:docMk/>
            <pc:sldMk cId="3868955177" sldId="268"/>
            <ac:spMk id="16" creationId="{6D8B37B0-0682-433E-BC8D-498C04ABD9A7}"/>
          </ac:spMkLst>
        </pc:spChg>
        <pc:spChg chg="add">
          <ac:chgData name="Ashley Y. Gao" userId="f07f2add99568f29" providerId="LiveId" clId="{500382AD-1B91-4007-A32C-DE1458FF1765}" dt="2026-05-27T03:59:30.353" v="505" actId="26606"/>
          <ac:spMkLst>
            <pc:docMk/>
            <pc:sldMk cId="3868955177" sldId="268"/>
            <ac:spMk id="18" creationId="{C1A2385B-1D2A-4E17-84FA-6CB7F0AAE473}"/>
          </ac:spMkLst>
        </pc:spChg>
        <pc:spChg chg="add">
          <ac:chgData name="Ashley Y. Gao" userId="f07f2add99568f29" providerId="LiveId" clId="{500382AD-1B91-4007-A32C-DE1458FF1765}" dt="2026-05-27T03:59:30.353" v="505" actId="26606"/>
          <ac:spMkLst>
            <pc:docMk/>
            <pc:sldMk cId="3868955177" sldId="268"/>
            <ac:spMk id="19" creationId="{385E1BDC-A9B0-4A87-82E3-F3187F69A802}"/>
          </ac:spMkLst>
        </pc:spChg>
        <pc:spChg chg="add">
          <ac:chgData name="Ashley Y. Gao" userId="f07f2add99568f29" providerId="LiveId" clId="{500382AD-1B91-4007-A32C-DE1458FF1765}" dt="2026-05-27T03:59:30.353" v="505" actId="26606"/>
          <ac:spMkLst>
            <pc:docMk/>
            <pc:sldMk cId="3868955177" sldId="268"/>
            <ac:spMk id="20" creationId="{5E791F2F-79DB-4CC0-9FA1-001E3E91E8B7}"/>
          </ac:spMkLst>
        </pc:spChg>
        <pc:spChg chg="add">
          <ac:chgData name="Ashley Y. Gao" userId="f07f2add99568f29" providerId="LiveId" clId="{500382AD-1B91-4007-A32C-DE1458FF1765}" dt="2026-05-27T03:59:30.353" v="505" actId="26606"/>
          <ac:spMkLst>
            <pc:docMk/>
            <pc:sldMk cId="3868955177" sldId="268"/>
            <ac:spMk id="21" creationId="{0990C621-3B8B-4820-8328-D47EF7CE823C}"/>
          </ac:spMkLst>
        </pc:spChg>
        <pc:spChg chg="add mod">
          <ac:chgData name="Ashley Y. Gao" userId="f07f2add99568f29" providerId="LiveId" clId="{500382AD-1B91-4007-A32C-DE1458FF1765}" dt="2026-05-27T04:04:57.685" v="694" actId="20577"/>
          <ac:spMkLst>
            <pc:docMk/>
            <pc:sldMk cId="3868955177" sldId="268"/>
            <ac:spMk id="22" creationId="{9CD95260-133F-2094-F677-022EA8A119F6}"/>
          </ac:spMkLst>
        </pc:spChg>
        <pc:picChg chg="add mod ord">
          <ac:chgData name="Ashley Y. Gao" userId="f07f2add99568f29" providerId="LiveId" clId="{500382AD-1B91-4007-A32C-DE1458FF1765}" dt="2026-05-27T03:59:30.353" v="505" actId="26606"/>
          <ac:picMkLst>
            <pc:docMk/>
            <pc:sldMk cId="3868955177" sldId="268"/>
            <ac:picMk id="5" creationId="{39B2BD80-2F0C-5AC3-A541-9592FD606CB7}"/>
          </ac:picMkLst>
        </pc:picChg>
        <pc:picChg chg="add mod">
          <ac:chgData name="Ashley Y. Gao" userId="f07f2add99568f29" providerId="LiveId" clId="{500382AD-1B91-4007-A32C-DE1458FF1765}" dt="2026-05-27T03:59:30.353" v="505" actId="26606"/>
          <ac:picMkLst>
            <pc:docMk/>
            <pc:sldMk cId="3868955177" sldId="268"/>
            <ac:picMk id="7" creationId="{47FDE923-F08F-3E86-FA4D-F32EC45C5B81}"/>
          </ac:picMkLst>
        </pc:picChg>
      </pc:sldChg>
      <pc:sldChg chg="addSp delSp modSp new del mod setBg">
        <pc:chgData name="Ashley Y. Gao" userId="f07f2add99568f29" providerId="LiveId" clId="{500382AD-1B91-4007-A32C-DE1458FF1765}" dt="2026-05-27T04:04:20.198" v="587" actId="2696"/>
        <pc:sldMkLst>
          <pc:docMk/>
          <pc:sldMk cId="4020912047" sldId="269"/>
        </pc:sldMkLst>
        <pc:spChg chg="mod ord">
          <ac:chgData name="Ashley Y. Gao" userId="f07f2add99568f29" providerId="LiveId" clId="{500382AD-1B91-4007-A32C-DE1458FF1765}" dt="2026-05-27T04:03:17.612" v="579" actId="26606"/>
          <ac:spMkLst>
            <pc:docMk/>
            <pc:sldMk cId="4020912047" sldId="269"/>
            <ac:spMk id="2" creationId="{5ED1324E-F699-651B-2F75-12F5434253B7}"/>
          </ac:spMkLst>
        </pc:spChg>
        <pc:spChg chg="del">
          <ac:chgData name="Ashley Y. Gao" userId="f07f2add99568f29" providerId="LiveId" clId="{500382AD-1B91-4007-A32C-DE1458FF1765}" dt="2026-05-27T04:03:09.582" v="578"/>
          <ac:spMkLst>
            <pc:docMk/>
            <pc:sldMk cId="4020912047" sldId="269"/>
            <ac:spMk id="3" creationId="{D4C6A39E-2FD6-9A7F-F6A6-5C462764AA69}"/>
          </ac:spMkLst>
        </pc:spChg>
        <pc:spChg chg="add mod">
          <ac:chgData name="Ashley Y. Gao" userId="f07f2add99568f29" providerId="LiveId" clId="{500382AD-1B91-4007-A32C-DE1458FF1765}" dt="2026-05-27T04:03:26.333" v="580"/>
          <ac:spMkLst>
            <pc:docMk/>
            <pc:sldMk cId="4020912047" sldId="269"/>
            <ac:spMk id="8" creationId="{E3CD88AE-628C-A01F-55A9-5C5E514F7B21}"/>
          </ac:spMkLst>
        </pc:spChg>
        <pc:spChg chg="add">
          <ac:chgData name="Ashley Y. Gao" userId="f07f2add99568f29" providerId="LiveId" clId="{500382AD-1B91-4007-A32C-DE1458FF1765}" dt="2026-05-27T04:03:17.612" v="579" actId="26606"/>
          <ac:spMkLst>
            <pc:docMk/>
            <pc:sldMk cId="4020912047" sldId="269"/>
            <ac:spMk id="11" creationId="{04812C46-200A-4DEB-A05E-3ED6C68C2387}"/>
          </ac:spMkLst>
        </pc:spChg>
        <pc:spChg chg="add">
          <ac:chgData name="Ashley Y. Gao" userId="f07f2add99568f29" providerId="LiveId" clId="{500382AD-1B91-4007-A32C-DE1458FF1765}" dt="2026-05-27T04:03:17.612" v="579" actId="26606"/>
          <ac:spMkLst>
            <pc:docMk/>
            <pc:sldMk cId="4020912047" sldId="269"/>
            <ac:spMk id="13" creationId="{D1EA859B-E555-4109-94F3-6700E046E008}"/>
          </ac:spMkLst>
        </pc:spChg>
        <pc:picChg chg="add mod">
          <ac:chgData name="Ashley Y. Gao" userId="f07f2add99568f29" providerId="LiveId" clId="{500382AD-1B91-4007-A32C-DE1458FF1765}" dt="2026-05-27T04:03:17.612" v="579" actId="26606"/>
          <ac:picMkLst>
            <pc:docMk/>
            <pc:sldMk cId="4020912047" sldId="269"/>
            <ac:picMk id="4" creationId="{485C37A7-33A4-24E8-448F-943EAE562A9F}"/>
          </ac:picMkLst>
        </pc:picChg>
      </pc:sldChg>
      <pc:sldChg chg="addSp delSp modSp new mod setBg">
        <pc:chgData name="Ashley Y. Gao" userId="f07f2add99568f29" providerId="LiveId" clId="{500382AD-1B91-4007-A32C-DE1458FF1765}" dt="2026-05-27T04:15:08.059" v="796" actId="20577"/>
        <pc:sldMkLst>
          <pc:docMk/>
          <pc:sldMk cId="9617272" sldId="270"/>
        </pc:sldMkLst>
        <pc:spChg chg="mod">
          <ac:chgData name="Ashley Y. Gao" userId="f07f2add99568f29" providerId="LiveId" clId="{500382AD-1B91-4007-A32C-DE1458FF1765}" dt="2026-05-27T04:14:22.330" v="791" actId="26606"/>
          <ac:spMkLst>
            <pc:docMk/>
            <pc:sldMk cId="9617272" sldId="270"/>
            <ac:spMk id="2" creationId="{93C6B117-623A-FB66-0B78-03C3480A239E}"/>
          </ac:spMkLst>
        </pc:spChg>
        <pc:spChg chg="mod">
          <ac:chgData name="Ashley Y. Gao" userId="f07f2add99568f29" providerId="LiveId" clId="{500382AD-1B91-4007-A32C-DE1458FF1765}" dt="2026-05-27T04:15:08.059" v="796" actId="20577"/>
          <ac:spMkLst>
            <pc:docMk/>
            <pc:sldMk cId="9617272" sldId="270"/>
            <ac:spMk id="3" creationId="{76C67A43-B08C-F26E-AAEC-F5D75B443DA5}"/>
          </ac:spMkLst>
        </pc:spChg>
        <pc:spChg chg="add">
          <ac:chgData name="Ashley Y. Gao" userId="f07f2add99568f29" providerId="LiveId" clId="{500382AD-1B91-4007-A32C-DE1458FF1765}" dt="2026-05-27T04:14:22.330" v="791" actId="26606"/>
          <ac:spMkLst>
            <pc:docMk/>
            <pc:sldMk cId="9617272" sldId="270"/>
            <ac:spMk id="13" creationId="{C4879EFC-8E62-4E00-973C-C45EE9EC676D}"/>
          </ac:spMkLst>
        </pc:spChg>
        <pc:spChg chg="add">
          <ac:chgData name="Ashley Y. Gao" userId="f07f2add99568f29" providerId="LiveId" clId="{500382AD-1B91-4007-A32C-DE1458FF1765}" dt="2026-05-27T04:14:22.330" v="791" actId="26606"/>
          <ac:spMkLst>
            <pc:docMk/>
            <pc:sldMk cId="9617272" sldId="270"/>
            <ac:spMk id="15" creationId="{D6A9C53F-5F90-40A5-8C85-5412D39C8C68}"/>
          </ac:spMkLst>
        </pc:spChg>
        <pc:picChg chg="add del mod">
          <ac:chgData name="Ashley Y. Gao" userId="f07f2add99568f29" providerId="LiveId" clId="{500382AD-1B91-4007-A32C-DE1458FF1765}" dt="2026-05-27T04:13:29.099" v="788" actId="478"/>
          <ac:picMkLst>
            <pc:docMk/>
            <pc:sldMk cId="9617272" sldId="270"/>
            <ac:picMk id="5" creationId="{C95DAB3A-E6D6-43F9-491D-BE59CAD3A347}"/>
          </ac:picMkLst>
        </pc:picChg>
        <pc:picChg chg="add mod ord">
          <ac:chgData name="Ashley Y. Gao" userId="f07f2add99568f29" providerId="LiveId" clId="{500382AD-1B91-4007-A32C-DE1458FF1765}" dt="2026-05-27T04:14:22.330" v="791" actId="26606"/>
          <ac:picMkLst>
            <pc:docMk/>
            <pc:sldMk cId="9617272" sldId="270"/>
            <ac:picMk id="6" creationId="{E1E5D657-048D-BDC5-1E29-ECDBDD80EC69}"/>
          </ac:picMkLst>
        </pc:picChg>
        <pc:picChg chg="add mod">
          <ac:chgData name="Ashley Y. Gao" userId="f07f2add99568f29" providerId="LiveId" clId="{500382AD-1B91-4007-A32C-DE1458FF1765}" dt="2026-05-27T04:14:22.330" v="791" actId="26606"/>
          <ac:picMkLst>
            <pc:docMk/>
            <pc:sldMk cId="9617272" sldId="270"/>
            <ac:picMk id="8" creationId="{CAB3EF9C-7741-6D1F-DD8A-129AC500E5E7}"/>
          </ac:picMkLst>
        </pc:picChg>
        <pc:picChg chg="add mod">
          <ac:chgData name="Ashley Y. Gao" userId="f07f2add99568f29" providerId="LiveId" clId="{500382AD-1B91-4007-A32C-DE1458FF1765}" dt="2026-05-27T04:14:54.172" v="794" actId="1076"/>
          <ac:picMkLst>
            <pc:docMk/>
            <pc:sldMk cId="9617272" sldId="270"/>
            <ac:picMk id="10" creationId="{1F12BF34-708A-6F85-21F3-2983BD823E02}"/>
          </ac:picMkLst>
        </pc:picChg>
      </pc:sldChg>
      <pc:sldChg chg="addSp delSp modSp new mod setBg">
        <pc:chgData name="Ashley Y. Gao" userId="f07f2add99568f29" providerId="LiveId" clId="{500382AD-1B91-4007-A32C-DE1458FF1765}" dt="2026-05-27T04:17:44.053" v="819" actId="20577"/>
        <pc:sldMkLst>
          <pc:docMk/>
          <pc:sldMk cId="3395564563" sldId="271"/>
        </pc:sldMkLst>
        <pc:spChg chg="mod ord">
          <ac:chgData name="Ashley Y. Gao" userId="f07f2add99568f29" providerId="LiveId" clId="{500382AD-1B91-4007-A32C-DE1458FF1765}" dt="2026-05-27T04:16:58.150" v="808" actId="26606"/>
          <ac:spMkLst>
            <pc:docMk/>
            <pc:sldMk cId="3395564563" sldId="271"/>
            <ac:spMk id="2" creationId="{FDADD1B5-6020-9562-F231-B11EE35BA595}"/>
          </ac:spMkLst>
        </pc:spChg>
        <pc:spChg chg="del">
          <ac:chgData name="Ashley Y. Gao" userId="f07f2add99568f29" providerId="LiveId" clId="{500382AD-1B91-4007-A32C-DE1458FF1765}" dt="2026-05-27T04:16:30.591" v="797"/>
          <ac:spMkLst>
            <pc:docMk/>
            <pc:sldMk cId="3395564563" sldId="271"/>
            <ac:spMk id="3" creationId="{0F7AD81B-21DA-106A-18B7-ED01BEBD4E6E}"/>
          </ac:spMkLst>
        </pc:spChg>
        <pc:spChg chg="add del">
          <ac:chgData name="Ashley Y. Gao" userId="f07f2add99568f29" providerId="LiveId" clId="{500382AD-1B91-4007-A32C-DE1458FF1765}" dt="2026-05-27T04:16:47.906" v="799" actId="26606"/>
          <ac:spMkLst>
            <pc:docMk/>
            <pc:sldMk cId="3395564563" sldId="271"/>
            <ac:spMk id="8" creationId="{A604407F-B634-EB8C-A449-4EC04C248AA6}"/>
          </ac:spMkLst>
        </pc:spChg>
        <pc:spChg chg="add del">
          <ac:chgData name="Ashley Y. Gao" userId="f07f2add99568f29" providerId="LiveId" clId="{500382AD-1B91-4007-A32C-DE1458FF1765}" dt="2026-05-27T04:16:49.754" v="801" actId="26606"/>
          <ac:spMkLst>
            <pc:docMk/>
            <pc:sldMk cId="3395564563" sldId="271"/>
            <ac:spMk id="9" creationId="{37C89E4B-3C9F-44B9-8B86-D9E3D112D8EC}"/>
          </ac:spMkLst>
        </pc:spChg>
        <pc:spChg chg="add del">
          <ac:chgData name="Ashley Y. Gao" userId="f07f2add99568f29" providerId="LiveId" clId="{500382AD-1B91-4007-A32C-DE1458FF1765}" dt="2026-05-27T04:16:47.906" v="799" actId="26606"/>
          <ac:spMkLst>
            <pc:docMk/>
            <pc:sldMk cId="3395564563" sldId="271"/>
            <ac:spMk id="11" creationId="{F13C74B1-5B17-4795-BED0-7140497B445A}"/>
          </ac:spMkLst>
        </pc:spChg>
        <pc:spChg chg="add del">
          <ac:chgData name="Ashley Y. Gao" userId="f07f2add99568f29" providerId="LiveId" clId="{500382AD-1B91-4007-A32C-DE1458FF1765}" dt="2026-05-27T04:16:47.906" v="799" actId="26606"/>
          <ac:spMkLst>
            <pc:docMk/>
            <pc:sldMk cId="3395564563" sldId="271"/>
            <ac:spMk id="13" creationId="{D4974D33-8DC5-464E-8C6D-BE58F0669C17}"/>
          </ac:spMkLst>
        </pc:spChg>
        <pc:spChg chg="add del">
          <ac:chgData name="Ashley Y. Gao" userId="f07f2add99568f29" providerId="LiveId" clId="{500382AD-1B91-4007-A32C-DE1458FF1765}" dt="2026-05-27T04:16:53.757" v="805" actId="26606"/>
          <ac:spMkLst>
            <pc:docMk/>
            <pc:sldMk cId="3395564563" sldId="271"/>
            <ac:spMk id="17" creationId="{E6995CE5-F890-4ABA-82A2-26507CE8D2A3}"/>
          </ac:spMkLst>
        </pc:spChg>
        <pc:spChg chg="add del">
          <ac:chgData name="Ashley Y. Gao" userId="f07f2add99568f29" providerId="LiveId" clId="{500382AD-1B91-4007-A32C-DE1458FF1765}" dt="2026-05-27T04:16:51.893" v="803" actId="26606"/>
          <ac:spMkLst>
            <pc:docMk/>
            <pc:sldMk cId="3395564563" sldId="271"/>
            <ac:spMk id="18" creationId="{D4771268-CB57-404A-9271-370EB28F6090}"/>
          </ac:spMkLst>
        </pc:spChg>
        <pc:spChg chg="add del">
          <ac:chgData name="Ashley Y. Gao" userId="f07f2add99568f29" providerId="LiveId" clId="{500382AD-1B91-4007-A32C-DE1458FF1765}" dt="2026-05-27T04:16:53.757" v="805" actId="26606"/>
          <ac:spMkLst>
            <pc:docMk/>
            <pc:sldMk cId="3395564563" sldId="271"/>
            <ac:spMk id="20" creationId="{058A14AF-9FB5-4CC7-BA35-E8E85D3EDF0E}"/>
          </ac:spMkLst>
        </pc:spChg>
        <pc:spChg chg="add del">
          <ac:chgData name="Ashley Y. Gao" userId="f07f2add99568f29" providerId="LiveId" clId="{500382AD-1B91-4007-A32C-DE1458FF1765}" dt="2026-05-27T04:16:53.757" v="805" actId="26606"/>
          <ac:spMkLst>
            <pc:docMk/>
            <pc:sldMk cId="3395564563" sldId="271"/>
            <ac:spMk id="21" creationId="{3A9A4357-BD1D-4622-A4FE-766E6AB8DE84}"/>
          </ac:spMkLst>
        </pc:spChg>
        <pc:spChg chg="add del">
          <ac:chgData name="Ashley Y. Gao" userId="f07f2add99568f29" providerId="LiveId" clId="{500382AD-1B91-4007-A32C-DE1458FF1765}" dt="2026-05-27T04:16:53.757" v="805" actId="26606"/>
          <ac:spMkLst>
            <pc:docMk/>
            <pc:sldMk cId="3395564563" sldId="271"/>
            <ac:spMk id="22" creationId="{E659831F-0D9A-4C63-9EBB-8435B85A440F}"/>
          </ac:spMkLst>
        </pc:spChg>
        <pc:spChg chg="add del">
          <ac:chgData name="Ashley Y. Gao" userId="f07f2add99568f29" providerId="LiveId" clId="{500382AD-1B91-4007-A32C-DE1458FF1765}" dt="2026-05-27T04:16:53.757" v="805" actId="26606"/>
          <ac:spMkLst>
            <pc:docMk/>
            <pc:sldMk cId="3395564563" sldId="271"/>
            <ac:spMk id="23" creationId="{6D6E5306-4BDC-716C-80D7-3F802D7556F0}"/>
          </ac:spMkLst>
        </pc:spChg>
        <pc:spChg chg="add del">
          <ac:chgData name="Ashley Y. Gao" userId="f07f2add99568f29" providerId="LiveId" clId="{500382AD-1B91-4007-A32C-DE1458FF1765}" dt="2026-05-27T04:16:58.141" v="807" actId="26606"/>
          <ac:spMkLst>
            <pc:docMk/>
            <pc:sldMk cId="3395564563" sldId="271"/>
            <ac:spMk id="25" creationId="{C0763A76-9F1C-4FC5-82B7-DD475DA461B2}"/>
          </ac:spMkLst>
        </pc:spChg>
        <pc:spChg chg="add del">
          <ac:chgData name="Ashley Y. Gao" userId="f07f2add99568f29" providerId="LiveId" clId="{500382AD-1B91-4007-A32C-DE1458FF1765}" dt="2026-05-27T04:16:58.141" v="807" actId="26606"/>
          <ac:spMkLst>
            <pc:docMk/>
            <pc:sldMk cId="3395564563" sldId="271"/>
            <ac:spMk id="26" creationId="{E81BF4F6-F2CF-4984-9D14-D6966D92F99F}"/>
          </ac:spMkLst>
        </pc:spChg>
        <pc:spChg chg="add del">
          <ac:chgData name="Ashley Y. Gao" userId="f07f2add99568f29" providerId="LiveId" clId="{500382AD-1B91-4007-A32C-DE1458FF1765}" dt="2026-05-27T04:16:58.141" v="807" actId="26606"/>
          <ac:spMkLst>
            <pc:docMk/>
            <pc:sldMk cId="3395564563" sldId="271"/>
            <ac:spMk id="27" creationId="{981B93F8-2F20-1CCC-C04F-97EF3A247DB5}"/>
          </ac:spMkLst>
        </pc:spChg>
        <pc:spChg chg="add mod">
          <ac:chgData name="Ashley Y. Gao" userId="f07f2add99568f29" providerId="LiveId" clId="{500382AD-1B91-4007-A32C-DE1458FF1765}" dt="2026-05-27T04:17:44.053" v="819" actId="20577"/>
          <ac:spMkLst>
            <pc:docMk/>
            <pc:sldMk cId="3395564563" sldId="271"/>
            <ac:spMk id="29" creationId="{01A1BB63-04E7-7C5D-7621-15E33D2499D2}"/>
          </ac:spMkLst>
        </pc:spChg>
        <pc:grpChg chg="add">
          <ac:chgData name="Ashley Y. Gao" userId="f07f2add99568f29" providerId="LiveId" clId="{500382AD-1B91-4007-A32C-DE1458FF1765}" dt="2026-05-27T04:16:58.150" v="808" actId="26606"/>
          <ac:grpSpMkLst>
            <pc:docMk/>
            <pc:sldMk cId="3395564563" sldId="271"/>
            <ac:grpSpMk id="30" creationId="{6258F736-B256-8039-9DC6-F4E49A5C5AD5}"/>
          </ac:grpSpMkLst>
        </pc:grpChg>
        <pc:picChg chg="add mod">
          <ac:chgData name="Ashley Y. Gao" userId="f07f2add99568f29" providerId="LiveId" clId="{500382AD-1B91-4007-A32C-DE1458FF1765}" dt="2026-05-27T04:16:58.150" v="808" actId="26606"/>
          <ac:picMkLst>
            <pc:docMk/>
            <pc:sldMk cId="3395564563" sldId="271"/>
            <ac:picMk id="4" creationId="{53C48811-80F0-9718-83DE-D2543CEA8DE1}"/>
          </ac:picMkLst>
        </pc:picChg>
        <pc:cxnChg chg="add del">
          <ac:chgData name="Ashley Y. Gao" userId="f07f2add99568f29" providerId="LiveId" clId="{500382AD-1B91-4007-A32C-DE1458FF1765}" dt="2026-05-27T04:16:49.754" v="801" actId="26606"/>
          <ac:cxnSpMkLst>
            <pc:docMk/>
            <pc:sldMk cId="3395564563" sldId="271"/>
            <ac:cxnSpMk id="15" creationId="{AA2EAA10-076F-46BD-8F0F-B9A2FB77A85C}"/>
          </ac:cxnSpMkLst>
        </pc:cxnChg>
        <pc:cxnChg chg="add del">
          <ac:chgData name="Ashley Y. Gao" userId="f07f2add99568f29" providerId="LiveId" clId="{500382AD-1B91-4007-A32C-DE1458FF1765}" dt="2026-05-27T04:16:49.754" v="801" actId="26606"/>
          <ac:cxnSpMkLst>
            <pc:docMk/>
            <pc:sldMk cId="3395564563" sldId="271"/>
            <ac:cxnSpMk id="16" creationId="{D891E407-403B-4764-86C9-33A56D3BCAA3}"/>
          </ac:cxnSpMkLst>
        </pc:cxnChg>
      </pc:sldChg>
      <pc:sldChg chg="addSp delSp modSp new mod setBg">
        <pc:chgData name="Ashley Y. Gao" userId="f07f2add99568f29" providerId="LiveId" clId="{500382AD-1B91-4007-A32C-DE1458FF1765}" dt="2026-05-27T08:03:50.113" v="830" actId="26606"/>
        <pc:sldMkLst>
          <pc:docMk/>
          <pc:sldMk cId="479238532" sldId="272"/>
        </pc:sldMkLst>
        <pc:spChg chg="mod">
          <ac:chgData name="Ashley Y. Gao" userId="f07f2add99568f29" providerId="LiveId" clId="{500382AD-1B91-4007-A32C-DE1458FF1765}" dt="2026-05-27T08:03:50.113" v="830" actId="26606"/>
          <ac:spMkLst>
            <pc:docMk/>
            <pc:sldMk cId="479238532" sldId="272"/>
            <ac:spMk id="2" creationId="{CFB79646-4989-BF84-61A8-91C231D3C267}"/>
          </ac:spMkLst>
        </pc:spChg>
        <pc:spChg chg="del">
          <ac:chgData name="Ashley Y. Gao" userId="f07f2add99568f29" providerId="LiveId" clId="{500382AD-1B91-4007-A32C-DE1458FF1765}" dt="2026-05-27T08:03:08.204" v="820" actId="22"/>
          <ac:spMkLst>
            <pc:docMk/>
            <pc:sldMk cId="479238532" sldId="272"/>
            <ac:spMk id="3" creationId="{AEB385BB-E8EA-BC79-0D07-A41F0D403F3E}"/>
          </ac:spMkLst>
        </pc:spChg>
        <pc:spChg chg="add del">
          <ac:chgData name="Ashley Y. Gao" userId="f07f2add99568f29" providerId="LiveId" clId="{500382AD-1B91-4007-A32C-DE1458FF1765}" dt="2026-05-27T08:03:36.129" v="823" actId="26606"/>
          <ac:spMkLst>
            <pc:docMk/>
            <pc:sldMk cId="479238532" sldId="272"/>
            <ac:spMk id="11" creationId="{8CA13002-8751-AEEB-AA83-6BBB79365E5D}"/>
          </ac:spMkLst>
        </pc:spChg>
        <pc:spChg chg="add del">
          <ac:chgData name="Ashley Y. Gao" userId="f07f2add99568f29" providerId="LiveId" clId="{500382AD-1B91-4007-A32C-DE1458FF1765}" dt="2026-05-27T08:03:37.176" v="825" actId="26606"/>
          <ac:spMkLst>
            <pc:docMk/>
            <pc:sldMk cId="479238532" sldId="272"/>
            <ac:spMk id="12" creationId="{022BDE4A-8A20-4A69-9C5A-581C82036A4D}"/>
          </ac:spMkLst>
        </pc:spChg>
        <pc:spChg chg="add del">
          <ac:chgData name="Ashley Y. Gao" userId="f07f2add99568f29" providerId="LiveId" clId="{500382AD-1B91-4007-A32C-DE1458FF1765}" dt="2026-05-27T08:03:36.129" v="823" actId="26606"/>
          <ac:spMkLst>
            <pc:docMk/>
            <pc:sldMk cId="479238532" sldId="272"/>
            <ac:spMk id="14" creationId="{8761DDFE-071F-4200-B0AA-394476C2D2D6}"/>
          </ac:spMkLst>
        </pc:spChg>
        <pc:spChg chg="add del">
          <ac:chgData name="Ashley Y. Gao" userId="f07f2add99568f29" providerId="LiveId" clId="{500382AD-1B91-4007-A32C-DE1458FF1765}" dt="2026-05-27T08:03:38.412" v="827" actId="26606"/>
          <ac:spMkLst>
            <pc:docMk/>
            <pc:sldMk cId="479238532" sldId="272"/>
            <ac:spMk id="15" creationId="{F0087D53-9295-4463-AAE4-D5C626046E9F}"/>
          </ac:spMkLst>
        </pc:spChg>
        <pc:spChg chg="add del">
          <ac:chgData name="Ashley Y. Gao" userId="f07f2add99568f29" providerId="LiveId" clId="{500382AD-1B91-4007-A32C-DE1458FF1765}" dt="2026-05-27T08:03:38.412" v="827" actId="26606"/>
          <ac:spMkLst>
            <pc:docMk/>
            <pc:sldMk cId="479238532" sldId="272"/>
            <ac:spMk id="16" creationId="{D6A9C53F-5F90-40A5-8C85-5412D39C8C68}"/>
          </ac:spMkLst>
        </pc:spChg>
        <pc:spChg chg="add del">
          <ac:chgData name="Ashley Y. Gao" userId="f07f2add99568f29" providerId="LiveId" clId="{500382AD-1B91-4007-A32C-DE1458FF1765}" dt="2026-05-27T08:03:50.106" v="829" actId="26606"/>
          <ac:spMkLst>
            <pc:docMk/>
            <pc:sldMk cId="479238532" sldId="272"/>
            <ac:spMk id="18" creationId="{022BDE4A-8A20-4A69-9C5A-581C82036A4D}"/>
          </ac:spMkLst>
        </pc:spChg>
        <pc:spChg chg="add">
          <ac:chgData name="Ashley Y. Gao" userId="f07f2add99568f29" providerId="LiveId" clId="{500382AD-1B91-4007-A32C-DE1458FF1765}" dt="2026-05-27T08:03:50.113" v="830" actId="26606"/>
          <ac:spMkLst>
            <pc:docMk/>
            <pc:sldMk cId="479238532" sldId="272"/>
            <ac:spMk id="20" creationId="{C4879EFC-8E62-4E00-973C-C45EE9EC676D}"/>
          </ac:spMkLst>
        </pc:spChg>
        <pc:spChg chg="add">
          <ac:chgData name="Ashley Y. Gao" userId="f07f2add99568f29" providerId="LiveId" clId="{500382AD-1B91-4007-A32C-DE1458FF1765}" dt="2026-05-27T08:03:50.113" v="830" actId="26606"/>
          <ac:spMkLst>
            <pc:docMk/>
            <pc:sldMk cId="479238532" sldId="272"/>
            <ac:spMk id="21" creationId="{D6A9C53F-5F90-40A5-8C85-5412D39C8C68}"/>
          </ac:spMkLst>
        </pc:spChg>
        <pc:picChg chg="add mod ord">
          <ac:chgData name="Ashley Y. Gao" userId="f07f2add99568f29" providerId="LiveId" clId="{500382AD-1B91-4007-A32C-DE1458FF1765}" dt="2026-05-27T08:03:50.113" v="830" actId="26606"/>
          <ac:picMkLst>
            <pc:docMk/>
            <pc:sldMk cId="479238532" sldId="272"/>
            <ac:picMk id="5" creationId="{69A11E9B-2A7F-C9AF-07EA-3548B4A4324B}"/>
          </ac:picMkLst>
        </pc:picChg>
        <pc:picChg chg="add mod">
          <ac:chgData name="Ashley Y. Gao" userId="f07f2add99568f29" providerId="LiveId" clId="{500382AD-1B91-4007-A32C-DE1458FF1765}" dt="2026-05-27T08:03:50.113" v="830" actId="26606"/>
          <ac:picMkLst>
            <pc:docMk/>
            <pc:sldMk cId="479238532" sldId="272"/>
            <ac:picMk id="7" creationId="{0127FF85-7940-944D-27BE-CE2EC7F4CD3F}"/>
          </ac:picMkLst>
        </pc:picChg>
      </pc:sldChg>
      <pc:sldChg chg="addSp delSp modSp new mod setBg">
        <pc:chgData name="Ashley Y. Gao" userId="f07f2add99568f29" providerId="LiveId" clId="{500382AD-1B91-4007-A32C-DE1458FF1765}" dt="2026-05-27T08:18:23.942" v="858" actId="26606"/>
        <pc:sldMkLst>
          <pc:docMk/>
          <pc:sldMk cId="100091065" sldId="273"/>
        </pc:sldMkLst>
        <pc:spChg chg="mod ord">
          <ac:chgData name="Ashley Y. Gao" userId="f07f2add99568f29" providerId="LiveId" clId="{500382AD-1B91-4007-A32C-DE1458FF1765}" dt="2026-05-27T08:18:23.942" v="858" actId="26606"/>
          <ac:spMkLst>
            <pc:docMk/>
            <pc:sldMk cId="100091065" sldId="273"/>
            <ac:spMk id="2" creationId="{1B514828-FC7C-13B5-E24F-04BD66E7C384}"/>
          </ac:spMkLst>
        </pc:spChg>
        <pc:spChg chg="del">
          <ac:chgData name="Ashley Y. Gao" userId="f07f2add99568f29" providerId="LiveId" clId="{500382AD-1B91-4007-A32C-DE1458FF1765}" dt="2026-05-27T08:17:57.001" v="851"/>
          <ac:spMkLst>
            <pc:docMk/>
            <pc:sldMk cId="100091065" sldId="273"/>
            <ac:spMk id="3" creationId="{155D3573-B2F4-711A-875C-5EE46B7960A2}"/>
          </ac:spMkLst>
        </pc:spChg>
        <pc:spChg chg="add del">
          <ac:chgData name="Ashley Y. Gao" userId="f07f2add99568f29" providerId="LiveId" clId="{500382AD-1B91-4007-A32C-DE1458FF1765}" dt="2026-05-27T08:18:03.058" v="853" actId="26606"/>
          <ac:spMkLst>
            <pc:docMk/>
            <pc:sldMk cId="100091065" sldId="273"/>
            <ac:spMk id="10" creationId="{37C89E4B-3C9F-44B9-8B86-D9E3D112D8EC}"/>
          </ac:spMkLst>
        </pc:spChg>
        <pc:spChg chg="add del">
          <ac:chgData name="Ashley Y. Gao" userId="f07f2add99568f29" providerId="LiveId" clId="{500382AD-1B91-4007-A32C-DE1458FF1765}" dt="2026-05-27T08:18:22.067" v="855" actId="26606"/>
          <ac:spMkLst>
            <pc:docMk/>
            <pc:sldMk cId="100091065" sldId="273"/>
            <ac:spMk id="16" creationId="{37C89E4B-3C9F-44B9-8B86-D9E3D112D8EC}"/>
          </ac:spMkLst>
        </pc:spChg>
        <pc:spChg chg="add del">
          <ac:chgData name="Ashley Y. Gao" userId="f07f2add99568f29" providerId="LiveId" clId="{500382AD-1B91-4007-A32C-DE1458FF1765}" dt="2026-05-27T08:18:23.942" v="857" actId="26606"/>
          <ac:spMkLst>
            <pc:docMk/>
            <pc:sldMk cId="100091065" sldId="273"/>
            <ac:spMk id="20" creationId="{37C89E4B-3C9F-44B9-8B86-D9E3D112D8EC}"/>
          </ac:spMkLst>
        </pc:spChg>
        <pc:spChg chg="add">
          <ac:chgData name="Ashley Y. Gao" userId="f07f2add99568f29" providerId="LiveId" clId="{500382AD-1B91-4007-A32C-DE1458FF1765}" dt="2026-05-27T08:18:23.942" v="858" actId="26606"/>
          <ac:spMkLst>
            <pc:docMk/>
            <pc:sldMk cId="100091065" sldId="273"/>
            <ac:spMk id="24" creationId="{37C89E4B-3C9F-44B9-8B86-D9E3D112D8EC}"/>
          </ac:spMkLst>
        </pc:spChg>
        <pc:picChg chg="add mod ord">
          <ac:chgData name="Ashley Y. Gao" userId="f07f2add99568f29" providerId="LiveId" clId="{500382AD-1B91-4007-A32C-DE1458FF1765}" dt="2026-05-27T08:18:23.942" v="858" actId="26606"/>
          <ac:picMkLst>
            <pc:docMk/>
            <pc:sldMk cId="100091065" sldId="273"/>
            <ac:picMk id="5" creationId="{850692F8-0199-AD93-1940-CFD6121C6EAA}"/>
          </ac:picMkLst>
        </pc:picChg>
        <pc:cxnChg chg="add del">
          <ac:chgData name="Ashley Y. Gao" userId="f07f2add99568f29" providerId="LiveId" clId="{500382AD-1B91-4007-A32C-DE1458FF1765}" dt="2026-05-27T08:18:03.058" v="853" actId="26606"/>
          <ac:cxnSpMkLst>
            <pc:docMk/>
            <pc:sldMk cId="100091065" sldId="273"/>
            <ac:cxnSpMk id="12" creationId="{AA2EAA10-076F-46BD-8F0F-B9A2FB77A85C}"/>
          </ac:cxnSpMkLst>
        </pc:cxnChg>
        <pc:cxnChg chg="add del">
          <ac:chgData name="Ashley Y. Gao" userId="f07f2add99568f29" providerId="LiveId" clId="{500382AD-1B91-4007-A32C-DE1458FF1765}" dt="2026-05-27T08:18:03.058" v="853" actId="26606"/>
          <ac:cxnSpMkLst>
            <pc:docMk/>
            <pc:sldMk cId="100091065" sldId="273"/>
            <ac:cxnSpMk id="14" creationId="{D891E407-403B-4764-86C9-33A56D3BCAA3}"/>
          </ac:cxnSpMkLst>
        </pc:cxnChg>
        <pc:cxnChg chg="add del">
          <ac:chgData name="Ashley Y. Gao" userId="f07f2add99568f29" providerId="LiveId" clId="{500382AD-1B91-4007-A32C-DE1458FF1765}" dt="2026-05-27T08:18:22.067" v="855" actId="26606"/>
          <ac:cxnSpMkLst>
            <pc:docMk/>
            <pc:sldMk cId="100091065" sldId="273"/>
            <ac:cxnSpMk id="17" creationId="{AA2EAA10-076F-46BD-8F0F-B9A2FB77A85C}"/>
          </ac:cxnSpMkLst>
        </pc:cxnChg>
        <pc:cxnChg chg="add del">
          <ac:chgData name="Ashley Y. Gao" userId="f07f2add99568f29" providerId="LiveId" clId="{500382AD-1B91-4007-A32C-DE1458FF1765}" dt="2026-05-27T08:18:22.067" v="855" actId="26606"/>
          <ac:cxnSpMkLst>
            <pc:docMk/>
            <pc:sldMk cId="100091065" sldId="273"/>
            <ac:cxnSpMk id="18" creationId="{D891E407-403B-4764-86C9-33A56D3BCAA3}"/>
          </ac:cxnSpMkLst>
        </pc:cxnChg>
        <pc:cxnChg chg="add del">
          <ac:chgData name="Ashley Y. Gao" userId="f07f2add99568f29" providerId="LiveId" clId="{500382AD-1B91-4007-A32C-DE1458FF1765}" dt="2026-05-27T08:18:23.942" v="857" actId="26606"/>
          <ac:cxnSpMkLst>
            <pc:docMk/>
            <pc:sldMk cId="100091065" sldId="273"/>
            <ac:cxnSpMk id="21" creationId="{AA2EAA10-076F-46BD-8F0F-B9A2FB77A85C}"/>
          </ac:cxnSpMkLst>
        </pc:cxnChg>
        <pc:cxnChg chg="add del">
          <ac:chgData name="Ashley Y. Gao" userId="f07f2add99568f29" providerId="LiveId" clId="{500382AD-1B91-4007-A32C-DE1458FF1765}" dt="2026-05-27T08:18:23.942" v="857" actId="26606"/>
          <ac:cxnSpMkLst>
            <pc:docMk/>
            <pc:sldMk cId="100091065" sldId="273"/>
            <ac:cxnSpMk id="22" creationId="{D891E407-403B-4764-86C9-33A56D3BCAA3}"/>
          </ac:cxnSpMkLst>
        </pc:cxnChg>
        <pc:cxnChg chg="add">
          <ac:chgData name="Ashley Y. Gao" userId="f07f2add99568f29" providerId="LiveId" clId="{500382AD-1B91-4007-A32C-DE1458FF1765}" dt="2026-05-27T08:18:23.942" v="858" actId="26606"/>
          <ac:cxnSpMkLst>
            <pc:docMk/>
            <pc:sldMk cId="100091065" sldId="273"/>
            <ac:cxnSpMk id="25" creationId="{AA2EAA10-076F-46BD-8F0F-B9A2FB77A85C}"/>
          </ac:cxnSpMkLst>
        </pc:cxnChg>
        <pc:cxnChg chg="add">
          <ac:chgData name="Ashley Y. Gao" userId="f07f2add99568f29" providerId="LiveId" clId="{500382AD-1B91-4007-A32C-DE1458FF1765}" dt="2026-05-27T08:18:23.942" v="858" actId="26606"/>
          <ac:cxnSpMkLst>
            <pc:docMk/>
            <pc:sldMk cId="100091065" sldId="273"/>
            <ac:cxnSpMk id="26" creationId="{D891E407-403B-4764-86C9-33A56D3BCAA3}"/>
          </ac:cxnSpMkLst>
        </pc:cxnChg>
      </pc:sldChg>
      <pc:sldChg chg="addSp delSp modSp new mod setBg">
        <pc:chgData name="Ashley Y. Gao" userId="f07f2add99568f29" providerId="LiveId" clId="{500382AD-1B91-4007-A32C-DE1458FF1765}" dt="2026-05-27T08:07:41.699" v="833" actId="26606"/>
        <pc:sldMkLst>
          <pc:docMk/>
          <pc:sldMk cId="3556725785" sldId="274"/>
        </pc:sldMkLst>
        <pc:spChg chg="mod">
          <ac:chgData name="Ashley Y. Gao" userId="f07f2add99568f29" providerId="LiveId" clId="{500382AD-1B91-4007-A32C-DE1458FF1765}" dt="2026-05-27T08:07:41.699" v="833" actId="26606"/>
          <ac:spMkLst>
            <pc:docMk/>
            <pc:sldMk cId="3556725785" sldId="274"/>
            <ac:spMk id="2" creationId="{DE59441F-F2AD-3430-9E4E-51DA44F3FCB5}"/>
          </ac:spMkLst>
        </pc:spChg>
        <pc:spChg chg="del">
          <ac:chgData name="Ashley Y. Gao" userId="f07f2add99568f29" providerId="LiveId" clId="{500382AD-1B91-4007-A32C-DE1458FF1765}" dt="2026-05-27T08:07:15.182" v="832"/>
          <ac:spMkLst>
            <pc:docMk/>
            <pc:sldMk cId="3556725785" sldId="274"/>
            <ac:spMk id="3" creationId="{A0231792-04A9-CE16-7B88-E2B86184DABD}"/>
          </ac:spMkLst>
        </pc:spChg>
        <pc:spChg chg="add">
          <ac:chgData name="Ashley Y. Gao" userId="f07f2add99568f29" providerId="LiveId" clId="{500382AD-1B91-4007-A32C-DE1458FF1765}" dt="2026-05-27T08:07:41.699" v="833" actId="26606"/>
          <ac:spMkLst>
            <pc:docMk/>
            <pc:sldMk cId="3556725785" sldId="274"/>
            <ac:spMk id="9" creationId="{017517EF-BD4D-4055-BDB4-A322C53568AD}"/>
          </ac:spMkLst>
        </pc:spChg>
        <pc:spChg chg="add">
          <ac:chgData name="Ashley Y. Gao" userId="f07f2add99568f29" providerId="LiveId" clId="{500382AD-1B91-4007-A32C-DE1458FF1765}" dt="2026-05-27T08:07:41.699" v="833" actId="26606"/>
          <ac:spMkLst>
            <pc:docMk/>
            <pc:sldMk cId="3556725785" sldId="274"/>
            <ac:spMk id="11" creationId="{0ADDB668-2CA4-4D2B-9C34-3487CA330BA8}"/>
          </ac:spMkLst>
        </pc:spChg>
        <pc:spChg chg="add">
          <ac:chgData name="Ashley Y. Gao" userId="f07f2add99568f29" providerId="LiveId" clId="{500382AD-1B91-4007-A32C-DE1458FF1765}" dt="2026-05-27T08:07:41.699" v="833" actId="26606"/>
          <ac:spMkLst>
            <pc:docMk/>
            <pc:sldMk cId="3556725785" sldId="274"/>
            <ac:spMk id="13" creationId="{2568BC19-F052-4108-93E1-6A3D1DEC072F}"/>
          </ac:spMkLst>
        </pc:spChg>
        <pc:spChg chg="add">
          <ac:chgData name="Ashley Y. Gao" userId="f07f2add99568f29" providerId="LiveId" clId="{500382AD-1B91-4007-A32C-DE1458FF1765}" dt="2026-05-27T08:07:41.699" v="833" actId="26606"/>
          <ac:spMkLst>
            <pc:docMk/>
            <pc:sldMk cId="3556725785" sldId="274"/>
            <ac:spMk id="15" creationId="{D5FD337D-4D6B-4C8B-B6F5-121097E09881}"/>
          </ac:spMkLst>
        </pc:spChg>
        <pc:picChg chg="add mod">
          <ac:chgData name="Ashley Y. Gao" userId="f07f2add99568f29" providerId="LiveId" clId="{500382AD-1B91-4007-A32C-DE1458FF1765}" dt="2026-05-27T08:07:41.699" v="833" actId="26606"/>
          <ac:picMkLst>
            <pc:docMk/>
            <pc:sldMk cId="3556725785" sldId="274"/>
            <ac:picMk id="4" creationId="{A5304611-B3B0-1DF6-8E39-1FE9B1207962}"/>
          </ac:picMkLst>
        </pc:picChg>
      </pc:sldChg>
      <pc:sldChg chg="addSp delSp modSp new mod setBg">
        <pc:chgData name="Ashley Y. Gao" userId="f07f2add99568f29" providerId="LiveId" clId="{500382AD-1B91-4007-A32C-DE1458FF1765}" dt="2026-05-27T08:11:49.622" v="847" actId="26606"/>
        <pc:sldMkLst>
          <pc:docMk/>
          <pc:sldMk cId="26090381" sldId="275"/>
        </pc:sldMkLst>
        <pc:spChg chg="mod ord">
          <ac:chgData name="Ashley Y. Gao" userId="f07f2add99568f29" providerId="LiveId" clId="{500382AD-1B91-4007-A32C-DE1458FF1765}" dt="2026-05-27T08:11:49.622" v="847" actId="26606"/>
          <ac:spMkLst>
            <pc:docMk/>
            <pc:sldMk cId="26090381" sldId="275"/>
            <ac:spMk id="2" creationId="{7F218EF0-DB58-FEE5-0606-ACAA77A6245B}"/>
          </ac:spMkLst>
        </pc:spChg>
        <pc:spChg chg="del">
          <ac:chgData name="Ashley Y. Gao" userId="f07f2add99568f29" providerId="LiveId" clId="{500382AD-1B91-4007-A32C-DE1458FF1765}" dt="2026-05-27T08:09:26.367" v="834"/>
          <ac:spMkLst>
            <pc:docMk/>
            <pc:sldMk cId="26090381" sldId="275"/>
            <ac:spMk id="3" creationId="{FFBB72AD-1421-4A07-9558-CABDEED9C275}"/>
          </ac:spMkLst>
        </pc:spChg>
        <pc:spChg chg="add del">
          <ac:chgData name="Ashley Y. Gao" userId="f07f2add99568f29" providerId="LiveId" clId="{500382AD-1B91-4007-A32C-DE1458FF1765}" dt="2026-05-27T08:09:37.640" v="836" actId="26606"/>
          <ac:spMkLst>
            <pc:docMk/>
            <pc:sldMk cId="26090381" sldId="275"/>
            <ac:spMk id="8" creationId="{79239038-92D6-9A98-868E-05D2195D3EB3}"/>
          </ac:spMkLst>
        </pc:spChg>
        <pc:spChg chg="add del">
          <ac:chgData name="Ashley Y. Gao" userId="f07f2add99568f29" providerId="LiveId" clId="{500382AD-1B91-4007-A32C-DE1458FF1765}" dt="2026-05-27T08:11:44.544" v="844" actId="26606"/>
          <ac:spMkLst>
            <pc:docMk/>
            <pc:sldMk cId="26090381" sldId="275"/>
            <ac:spMk id="9" creationId="{8DE87D7D-1FFF-EE08-6E31-1382B014B486}"/>
          </ac:spMkLst>
        </pc:spChg>
        <pc:spChg chg="add">
          <ac:chgData name="Ashley Y. Gao" userId="f07f2add99568f29" providerId="LiveId" clId="{500382AD-1B91-4007-A32C-DE1458FF1765}" dt="2026-05-27T08:11:49.622" v="847" actId="26606"/>
          <ac:spMkLst>
            <pc:docMk/>
            <pc:sldMk cId="26090381" sldId="275"/>
            <ac:spMk id="10" creationId="{F0087D53-9295-4463-AAE4-D5C626046E9F}"/>
          </ac:spMkLst>
        </pc:spChg>
        <pc:spChg chg="add del">
          <ac:chgData name="Ashley Y. Gao" userId="f07f2add99568f29" providerId="LiveId" clId="{500382AD-1B91-4007-A32C-DE1458FF1765}" dt="2026-05-27T08:09:37.640" v="836" actId="26606"/>
          <ac:spMkLst>
            <pc:docMk/>
            <pc:sldMk cId="26090381" sldId="275"/>
            <ac:spMk id="11" creationId="{92468898-5A6E-4D55-85EC-308E785EE06C}"/>
          </ac:spMkLst>
        </pc:spChg>
        <pc:spChg chg="add del">
          <ac:chgData name="Ashley Y. Gao" userId="f07f2add99568f29" providerId="LiveId" clId="{500382AD-1B91-4007-A32C-DE1458FF1765}" dt="2026-05-27T08:11:44.544" v="844" actId="26606"/>
          <ac:spMkLst>
            <pc:docMk/>
            <pc:sldMk cId="26090381" sldId="275"/>
            <ac:spMk id="12" creationId="{04695F26-39DB-450E-B464-9C76CD233B36}"/>
          </ac:spMkLst>
        </pc:spChg>
        <pc:spChg chg="add del">
          <ac:chgData name="Ashley Y. Gao" userId="f07f2add99568f29" providerId="LiveId" clId="{500382AD-1B91-4007-A32C-DE1458FF1765}" dt="2026-05-27T08:09:37.640" v="836" actId="26606"/>
          <ac:spMkLst>
            <pc:docMk/>
            <pc:sldMk cId="26090381" sldId="275"/>
            <ac:spMk id="13" creationId="{3E23A947-2D45-4208-AE2B-64948C87A3EB}"/>
          </ac:spMkLst>
        </pc:spChg>
        <pc:spChg chg="add del">
          <ac:chgData name="Ashley Y. Gao" userId="f07f2add99568f29" providerId="LiveId" clId="{500382AD-1B91-4007-A32C-DE1458FF1765}" dt="2026-05-27T08:11:44.544" v="844" actId="26606"/>
          <ac:spMkLst>
            <pc:docMk/>
            <pc:sldMk cId="26090381" sldId="275"/>
            <ac:spMk id="14" creationId="{2F42E55F-A297-474F-AF2D-6D3A15822BCA}"/>
          </ac:spMkLst>
        </pc:spChg>
        <pc:spChg chg="add del">
          <ac:chgData name="Ashley Y. Gao" userId="f07f2add99568f29" providerId="LiveId" clId="{500382AD-1B91-4007-A32C-DE1458FF1765}" dt="2026-05-27T08:09:37.640" v="836" actId="26606"/>
          <ac:spMkLst>
            <pc:docMk/>
            <pc:sldMk cId="26090381" sldId="275"/>
            <ac:spMk id="15" creationId="{E5BBB0F9-6A59-4D02-A9C7-A2D6516684CE}"/>
          </ac:spMkLst>
        </pc:spChg>
        <pc:spChg chg="add del">
          <ac:chgData name="Ashley Y. Gao" userId="f07f2add99568f29" providerId="LiveId" clId="{500382AD-1B91-4007-A32C-DE1458FF1765}" dt="2026-05-27T08:09:57.625" v="838" actId="26606"/>
          <ac:spMkLst>
            <pc:docMk/>
            <pc:sldMk cId="26090381" sldId="275"/>
            <ac:spMk id="17" creationId="{E45CA849-654C-4173-AD99-B3A2528275F5}"/>
          </ac:spMkLst>
        </pc:spChg>
        <pc:spChg chg="add del">
          <ac:chgData name="Ashley Y. Gao" userId="f07f2add99568f29" providerId="LiveId" clId="{500382AD-1B91-4007-A32C-DE1458FF1765}" dt="2026-05-27T08:09:57.625" v="838" actId="26606"/>
          <ac:spMkLst>
            <pc:docMk/>
            <pc:sldMk cId="26090381" sldId="275"/>
            <ac:spMk id="18" creationId="{3E23A947-2D45-4208-AE2B-64948C87A3EB}"/>
          </ac:spMkLst>
        </pc:spChg>
        <pc:spChg chg="add del">
          <ac:chgData name="Ashley Y. Gao" userId="f07f2add99568f29" providerId="LiveId" clId="{500382AD-1B91-4007-A32C-DE1458FF1765}" dt="2026-05-27T08:09:57.625" v="838" actId="26606"/>
          <ac:spMkLst>
            <pc:docMk/>
            <pc:sldMk cId="26090381" sldId="275"/>
            <ac:spMk id="19" creationId="{E5BBB0F9-6A59-4D02-A9C7-A2D6516684CE}"/>
          </ac:spMkLst>
        </pc:spChg>
        <pc:spChg chg="add del">
          <ac:chgData name="Ashley Y. Gao" userId="f07f2add99568f29" providerId="LiveId" clId="{500382AD-1B91-4007-A32C-DE1458FF1765}" dt="2026-05-27T08:09:57.625" v="838" actId="26606"/>
          <ac:spMkLst>
            <pc:docMk/>
            <pc:sldMk cId="26090381" sldId="275"/>
            <ac:spMk id="20" creationId="{A6BEF965-885F-0D9A-3F91-8CA6876B261C}"/>
          </ac:spMkLst>
        </pc:spChg>
        <pc:spChg chg="add del">
          <ac:chgData name="Ashley Y. Gao" userId="f07f2add99568f29" providerId="LiveId" clId="{500382AD-1B91-4007-A32C-DE1458FF1765}" dt="2026-05-27T08:10:07.776" v="840" actId="26606"/>
          <ac:spMkLst>
            <pc:docMk/>
            <pc:sldMk cId="26090381" sldId="275"/>
            <ac:spMk id="22" creationId="{5116E49A-CA4D-4983-969D-19FE3C55F387}"/>
          </ac:spMkLst>
        </pc:spChg>
        <pc:spChg chg="add del">
          <ac:chgData name="Ashley Y. Gao" userId="f07f2add99568f29" providerId="LiveId" clId="{500382AD-1B91-4007-A32C-DE1458FF1765}" dt="2026-05-27T08:10:07.776" v="840" actId="26606"/>
          <ac:spMkLst>
            <pc:docMk/>
            <pc:sldMk cId="26090381" sldId="275"/>
            <ac:spMk id="23" creationId="{57F6BDD4-E066-4008-8011-6CC31AEB4556}"/>
          </ac:spMkLst>
        </pc:spChg>
        <pc:spChg chg="add del">
          <ac:chgData name="Ashley Y. Gao" userId="f07f2add99568f29" providerId="LiveId" clId="{500382AD-1B91-4007-A32C-DE1458FF1765}" dt="2026-05-27T08:10:07.776" v="840" actId="26606"/>
          <ac:spMkLst>
            <pc:docMk/>
            <pc:sldMk cId="26090381" sldId="275"/>
            <ac:spMk id="24" creationId="{2711A8FB-68FC-45FC-B01E-38F809E2D439}"/>
          </ac:spMkLst>
        </pc:spChg>
        <pc:spChg chg="add del">
          <ac:chgData name="Ashley Y. Gao" userId="f07f2add99568f29" providerId="LiveId" clId="{500382AD-1B91-4007-A32C-DE1458FF1765}" dt="2026-05-27T08:10:07.776" v="840" actId="26606"/>
          <ac:spMkLst>
            <pc:docMk/>
            <pc:sldMk cId="26090381" sldId="275"/>
            <ac:spMk id="25" creationId="{281E2DF8-F6D8-4E5C-B76E-E082FD8C1FBD}"/>
          </ac:spMkLst>
        </pc:spChg>
        <pc:spChg chg="add del">
          <ac:chgData name="Ashley Y. Gao" userId="f07f2add99568f29" providerId="LiveId" clId="{500382AD-1B91-4007-A32C-DE1458FF1765}" dt="2026-05-27T08:10:07.776" v="840" actId="26606"/>
          <ac:spMkLst>
            <pc:docMk/>
            <pc:sldMk cId="26090381" sldId="275"/>
            <ac:spMk id="26" creationId="{F0995EC5-8FB3-F06C-D305-78BA09F21184}"/>
          </ac:spMkLst>
        </pc:spChg>
        <pc:spChg chg="add del">
          <ac:chgData name="Ashley Y. Gao" userId="f07f2add99568f29" providerId="LiveId" clId="{500382AD-1B91-4007-A32C-DE1458FF1765}" dt="2026-05-27T08:11:49.622" v="846" actId="26606"/>
          <ac:spMkLst>
            <pc:docMk/>
            <pc:sldMk cId="26090381" sldId="275"/>
            <ac:spMk id="29" creationId="{231BF440-39FA-4087-84CC-2EEC0BBDAF29}"/>
          </ac:spMkLst>
        </pc:spChg>
        <pc:spChg chg="add del">
          <ac:chgData name="Ashley Y. Gao" userId="f07f2add99568f29" providerId="LiveId" clId="{500382AD-1B91-4007-A32C-DE1458FF1765}" dt="2026-05-27T08:11:49.622" v="846" actId="26606"/>
          <ac:spMkLst>
            <pc:docMk/>
            <pc:sldMk cId="26090381" sldId="275"/>
            <ac:spMk id="30" creationId="{F04E4CBA-303B-48BD-8451-C2701CB0EEBF}"/>
          </ac:spMkLst>
        </pc:spChg>
        <pc:spChg chg="add del">
          <ac:chgData name="Ashley Y. Gao" userId="f07f2add99568f29" providerId="LiveId" clId="{500382AD-1B91-4007-A32C-DE1458FF1765}" dt="2026-05-27T08:11:49.622" v="846" actId="26606"/>
          <ac:spMkLst>
            <pc:docMk/>
            <pc:sldMk cId="26090381" sldId="275"/>
            <ac:spMk id="31" creationId="{F6CA58B3-AFCC-4A40-9882-50D5080879B0}"/>
          </ac:spMkLst>
        </pc:spChg>
        <pc:spChg chg="add del">
          <ac:chgData name="Ashley Y. Gao" userId="f07f2add99568f29" providerId="LiveId" clId="{500382AD-1B91-4007-A32C-DE1458FF1765}" dt="2026-05-27T08:11:49.622" v="846" actId="26606"/>
          <ac:spMkLst>
            <pc:docMk/>
            <pc:sldMk cId="26090381" sldId="275"/>
            <ac:spMk id="32" creationId="{75C56826-D4E5-42ED-8529-079651CB3005}"/>
          </ac:spMkLst>
        </pc:spChg>
        <pc:spChg chg="add del">
          <ac:chgData name="Ashley Y. Gao" userId="f07f2add99568f29" providerId="LiveId" clId="{500382AD-1B91-4007-A32C-DE1458FF1765}" dt="2026-05-27T08:11:49.622" v="846" actId="26606"/>
          <ac:spMkLst>
            <pc:docMk/>
            <pc:sldMk cId="26090381" sldId="275"/>
            <ac:spMk id="33" creationId="{82095FCE-EF05-4443-B97A-85DEE3A5CA17}"/>
          </ac:spMkLst>
        </pc:spChg>
        <pc:spChg chg="add del">
          <ac:chgData name="Ashley Y. Gao" userId="f07f2add99568f29" providerId="LiveId" clId="{500382AD-1B91-4007-A32C-DE1458FF1765}" dt="2026-05-27T08:11:49.622" v="846" actId="26606"/>
          <ac:spMkLst>
            <pc:docMk/>
            <pc:sldMk cId="26090381" sldId="275"/>
            <ac:spMk id="34" creationId="{CA00AE6B-AA30-4CF8-BA6F-339B780AD76C}"/>
          </ac:spMkLst>
        </pc:spChg>
        <pc:spChg chg="add del">
          <ac:chgData name="Ashley Y. Gao" userId="f07f2add99568f29" providerId="LiveId" clId="{500382AD-1B91-4007-A32C-DE1458FF1765}" dt="2026-05-27T08:11:49.622" v="846" actId="26606"/>
          <ac:spMkLst>
            <pc:docMk/>
            <pc:sldMk cId="26090381" sldId="275"/>
            <ac:spMk id="35" creationId="{5846DFFC-2C41-F179-2AF1-25E4D3E530C9}"/>
          </ac:spMkLst>
        </pc:spChg>
        <pc:spChg chg="add">
          <ac:chgData name="Ashley Y. Gao" userId="f07f2add99568f29" providerId="LiveId" clId="{500382AD-1B91-4007-A32C-DE1458FF1765}" dt="2026-05-27T08:11:49.622" v="847" actId="26606"/>
          <ac:spMkLst>
            <pc:docMk/>
            <pc:sldMk cId="26090381" sldId="275"/>
            <ac:spMk id="37" creationId="{D6A9C53F-5F90-40A5-8C85-5412D39C8C68}"/>
          </ac:spMkLst>
        </pc:spChg>
        <pc:grpChg chg="add del">
          <ac:chgData name="Ashley Y. Gao" userId="f07f2add99568f29" providerId="LiveId" clId="{500382AD-1B91-4007-A32C-DE1458FF1765}" dt="2026-05-27T08:11:44.544" v="844" actId="26606"/>
          <ac:grpSpMkLst>
            <pc:docMk/>
            <pc:sldMk cId="26090381" sldId="275"/>
            <ac:grpSpMk id="16" creationId="{972070F7-E065-4D60-8938-9FB8CDB8ACB0}"/>
          </ac:grpSpMkLst>
        </pc:grpChg>
        <pc:picChg chg="add mod ord">
          <ac:chgData name="Ashley Y. Gao" userId="f07f2add99568f29" providerId="LiveId" clId="{500382AD-1B91-4007-A32C-DE1458FF1765}" dt="2026-05-27T08:11:49.622" v="847" actId="26606"/>
          <ac:picMkLst>
            <pc:docMk/>
            <pc:sldMk cId="26090381" sldId="275"/>
            <ac:picMk id="4" creationId="{C3F478D8-BBD8-0D42-5FBC-E88768503712}"/>
          </ac:picMkLst>
        </pc:picChg>
        <pc:picChg chg="add mod">
          <ac:chgData name="Ashley Y. Gao" userId="f07f2add99568f29" providerId="LiveId" clId="{500382AD-1B91-4007-A32C-DE1458FF1765}" dt="2026-05-27T08:11:49.622" v="847" actId="26606"/>
          <ac:picMkLst>
            <pc:docMk/>
            <pc:sldMk cId="26090381" sldId="275"/>
            <ac:picMk id="5" creationId="{C275E8A7-C5EC-952E-F030-3568FC747620}"/>
          </ac:picMkLst>
        </pc:picChg>
      </pc:sldChg>
      <pc:sldChg chg="modSp new del mod">
        <pc:chgData name="Ashley Y. Gao" userId="f07f2add99568f29" providerId="LiveId" clId="{500382AD-1B91-4007-A32C-DE1458FF1765}" dt="2026-05-27T08:31:09.807" v="898" actId="47"/>
        <pc:sldMkLst>
          <pc:docMk/>
          <pc:sldMk cId="3645635277" sldId="276"/>
        </pc:sldMkLst>
        <pc:spChg chg="mod">
          <ac:chgData name="Ashley Y. Gao" userId="f07f2add99568f29" providerId="LiveId" clId="{500382AD-1B91-4007-A32C-DE1458FF1765}" dt="2026-05-27T03:47:54.843" v="179" actId="20577"/>
          <ac:spMkLst>
            <pc:docMk/>
            <pc:sldMk cId="3645635277" sldId="276"/>
            <ac:spMk id="2" creationId="{C2D22215-6202-E2D2-C31B-A8692DA5736D}"/>
          </ac:spMkLst>
        </pc:spChg>
        <pc:spChg chg="mod">
          <ac:chgData name="Ashley Y. Gao" userId="f07f2add99568f29" providerId="LiveId" clId="{500382AD-1B91-4007-A32C-DE1458FF1765}" dt="2026-05-27T08:23:39.520" v="887"/>
          <ac:spMkLst>
            <pc:docMk/>
            <pc:sldMk cId="3645635277" sldId="276"/>
            <ac:spMk id="3" creationId="{481E15B0-68D1-E9A0-0719-83D781B7091E}"/>
          </ac:spMkLst>
        </pc:spChg>
      </pc:sldChg>
      <pc:sldChg chg="addSp delSp modSp new del mod modClrScheme chgLayout">
        <pc:chgData name="Ashley Y. Gao" userId="f07f2add99568f29" providerId="LiveId" clId="{500382AD-1B91-4007-A32C-DE1458FF1765}" dt="2026-05-27T08:24:03.292" v="891" actId="47"/>
        <pc:sldMkLst>
          <pc:docMk/>
          <pc:sldMk cId="1192032297" sldId="277"/>
        </pc:sldMkLst>
        <pc:spChg chg="add del mod ord">
          <ac:chgData name="Ashley Y. Gao" userId="f07f2add99568f29" providerId="LiveId" clId="{500382AD-1B91-4007-A32C-DE1458FF1765}" dt="2026-05-27T08:23:58.487" v="888" actId="700"/>
          <ac:spMkLst>
            <pc:docMk/>
            <pc:sldMk cId="1192032297" sldId="277"/>
            <ac:spMk id="2" creationId="{855B09FA-EB51-3C85-EEB2-1F0E7C75E933}"/>
          </ac:spMkLst>
        </pc:spChg>
        <pc:spChg chg="add del">
          <ac:chgData name="Ashley Y. Gao" userId="f07f2add99568f29" providerId="LiveId" clId="{500382AD-1B91-4007-A32C-DE1458FF1765}" dt="2026-05-27T08:21:35.584" v="881"/>
          <ac:spMkLst>
            <pc:docMk/>
            <pc:sldMk cId="1192032297" sldId="277"/>
            <ac:spMk id="3" creationId="{5F9E2362-3837-0244-3DDA-9850BCCCD56D}"/>
          </ac:spMkLst>
        </pc:spChg>
        <pc:spChg chg="add del mod">
          <ac:chgData name="Ashley Y. Gao" userId="f07f2add99568f29" providerId="LiveId" clId="{500382AD-1B91-4007-A32C-DE1458FF1765}" dt="2026-05-27T08:23:58.487" v="888" actId="700"/>
          <ac:spMkLst>
            <pc:docMk/>
            <pc:sldMk cId="1192032297" sldId="277"/>
            <ac:spMk id="11" creationId="{0FE502EE-F70D-4A55-022F-3C3BD5EFD97C}"/>
          </ac:spMkLst>
        </pc:spChg>
        <pc:picChg chg="add del mod">
          <ac:chgData name="Ashley Y. Gao" userId="f07f2add99568f29" providerId="LiveId" clId="{500382AD-1B91-4007-A32C-DE1458FF1765}" dt="2026-05-27T08:20:58.789" v="864" actId="931"/>
          <ac:picMkLst>
            <pc:docMk/>
            <pc:sldMk cId="1192032297" sldId="277"/>
            <ac:picMk id="5" creationId="{DEC55D42-71B6-AD93-F121-7706C2069AC1}"/>
          </ac:picMkLst>
        </pc:picChg>
        <pc:picChg chg="add del mod">
          <ac:chgData name="Ashley Y. Gao" userId="f07f2add99568f29" providerId="LiveId" clId="{500382AD-1B91-4007-A32C-DE1458FF1765}" dt="2026-05-27T08:21:19.594" v="871" actId="931"/>
          <ac:picMkLst>
            <pc:docMk/>
            <pc:sldMk cId="1192032297" sldId="277"/>
            <ac:picMk id="7" creationId="{F7C85E43-F41C-B63B-9E0D-AFCA494A154D}"/>
          </ac:picMkLst>
        </pc:picChg>
        <pc:picChg chg="add del mod ord">
          <ac:chgData name="Ashley Y. Gao" userId="f07f2add99568f29" providerId="LiveId" clId="{500382AD-1B91-4007-A32C-DE1458FF1765}" dt="2026-05-27T08:22:09.980" v="882" actId="478"/>
          <ac:picMkLst>
            <pc:docMk/>
            <pc:sldMk cId="1192032297" sldId="277"/>
            <ac:picMk id="9" creationId="{69CA572C-6DD9-4971-DD8C-66EA383A8CE0}"/>
          </ac:picMkLst>
        </pc:picChg>
      </pc:sldChg>
      <pc:sldChg chg="addSp delSp modSp new mod modClrScheme chgLayout">
        <pc:chgData name="Ashley Y. Gao" userId="f07f2add99568f29" providerId="LiveId" clId="{500382AD-1B91-4007-A32C-DE1458FF1765}" dt="2026-05-27T08:31:19.073" v="901"/>
        <pc:sldMkLst>
          <pc:docMk/>
          <pc:sldMk cId="1652374204" sldId="277"/>
        </pc:sldMkLst>
        <pc:spChg chg="del">
          <ac:chgData name="Ashley Y. Gao" userId="f07f2add99568f29" providerId="LiveId" clId="{500382AD-1B91-4007-A32C-DE1458FF1765}" dt="2026-05-27T08:31:12.309" v="899" actId="700"/>
          <ac:spMkLst>
            <pc:docMk/>
            <pc:sldMk cId="1652374204" sldId="277"/>
            <ac:spMk id="2" creationId="{F73D5408-CE69-B3C5-C4F2-C9FBF47C238D}"/>
          </ac:spMkLst>
        </pc:spChg>
        <pc:spChg chg="del">
          <ac:chgData name="Ashley Y. Gao" userId="f07f2add99568f29" providerId="LiveId" clId="{500382AD-1B91-4007-A32C-DE1458FF1765}" dt="2026-05-27T08:31:12.309" v="899" actId="700"/>
          <ac:spMkLst>
            <pc:docMk/>
            <pc:sldMk cId="1652374204" sldId="277"/>
            <ac:spMk id="3" creationId="{2B78CEA8-82AB-0B54-907D-1971449AFB6E}"/>
          </ac:spMkLst>
        </pc:spChg>
        <pc:picChg chg="add mod">
          <ac:chgData name="Ashley Y. Gao" userId="f07f2add99568f29" providerId="LiveId" clId="{500382AD-1B91-4007-A32C-DE1458FF1765}" dt="2026-05-27T08:31:19.073" v="901"/>
          <ac:picMkLst>
            <pc:docMk/>
            <pc:sldMk cId="1652374204" sldId="277"/>
            <ac:picMk id="5" creationId="{E9CB2809-2966-0BD7-BB85-60B807FDF73A}"/>
          </ac:picMkLst>
        </pc:picChg>
      </pc:sldChg>
      <pc:sldChg chg="new add del">
        <pc:chgData name="Ashley Y. Gao" userId="f07f2add99568f29" providerId="LiveId" clId="{500382AD-1B91-4007-A32C-DE1458FF1765}" dt="2026-05-27T04:05:11.198" v="702" actId="2696"/>
        <pc:sldMkLst>
          <pc:docMk/>
          <pc:sldMk cId="684435982" sldId="2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63A1BE-7CCA-4811-B19C-EA4EF8E235B3}" type="datetimeFigureOut">
              <a:rPr lang="en-US" smtClean="0"/>
              <a:t>8/2/26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12441C-62E2-4458-8CAB-51F1264E3029}" type="slidenum">
              <a:rPr lang="en-US" smtClean="0"/>
              <a:t>‹#›</a:t>
            </a:fld>
            <a:endParaRPr lang="en-US"/>
          </a:p>
        </p:txBody>
      </p:sp>
    </p:spTree>
    <p:extLst>
      <p:ext uri="{BB962C8B-B14F-4D97-AF65-F5344CB8AC3E}">
        <p14:creationId xmlns:p14="http://schemas.microsoft.com/office/powerpoint/2010/main" val="2599762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emotions act as the brain's biological tagging system</a:t>
            </a:r>
          </a:p>
        </p:txBody>
      </p:sp>
      <p:sp>
        <p:nvSpPr>
          <p:cNvPr id="4" name="Slide Number Placeholder 3"/>
          <p:cNvSpPr>
            <a:spLocks noGrp="1"/>
          </p:cNvSpPr>
          <p:nvPr>
            <p:ph type="sldNum" sz="quarter" idx="5"/>
          </p:nvPr>
        </p:nvSpPr>
        <p:spPr/>
        <p:txBody>
          <a:bodyPr/>
          <a:lstStyle/>
          <a:p>
            <a:fld id="{EE12441C-62E2-4458-8CAB-51F1264E3029}" type="slidenum">
              <a:rPr lang="en-US" smtClean="0"/>
              <a:t>9</a:t>
            </a:fld>
            <a:endParaRPr lang="en-US"/>
          </a:p>
        </p:txBody>
      </p:sp>
    </p:spTree>
    <p:extLst>
      <p:ext uri="{BB962C8B-B14F-4D97-AF65-F5344CB8AC3E}">
        <p14:creationId xmlns:p14="http://schemas.microsoft.com/office/powerpoint/2010/main" val="2823355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Comprehensive illustration of the Component Process Model. The model assumes that the appraisal process is </a:t>
            </a:r>
            <a:r>
              <a:rPr lang="en-US" sz="1200" b="0" i="0" kern="1200" dirty="0" err="1">
                <a:solidFill>
                  <a:schemeClr val="tx1"/>
                </a:solidFill>
                <a:effectLst/>
                <a:latin typeface="+mn-lt"/>
                <a:ea typeface="+mn-ea"/>
                <a:cs typeface="+mn-cs"/>
              </a:rPr>
              <a:t>organised</a:t>
            </a:r>
            <a:r>
              <a:rPr lang="en-US" sz="1200" b="0" i="0" kern="1200" dirty="0">
                <a:solidFill>
                  <a:schemeClr val="tx1"/>
                </a:solidFill>
                <a:effectLst/>
                <a:latin typeface="+mn-lt"/>
                <a:ea typeface="+mn-ea"/>
                <a:cs typeface="+mn-cs"/>
              </a:rPr>
              <a:t> in a sequence of four appraisal objectives. Each appraisal outcome leads to changes in the other emotion components (physiology, action tendency, motor expression, and subjective feeling, as illustrated by the descending arrows). The ongoing appraisal process furthermore interacts with other cognitive functions. For example, minimal attention needs to be given for appraisal to start, but a relevance outcome will immediately deploy further attention to the stimulus. The model thus allows a detailed consideration of the effects of emotional processes on attention, memory, and other cognitive processes (as illustrated by the arrows in the upper part of the figure). Finally, changes in the other emotion components may also influence cognitive functions (as illustrated by the red ascending arrows), for example by increased memory consolidation via increases in physiological arousal, which may in turn influence the processing of appraisal criteria.</a:t>
            </a:r>
            <a:endParaRPr lang="en-US" dirty="0"/>
          </a:p>
        </p:txBody>
      </p:sp>
      <p:sp>
        <p:nvSpPr>
          <p:cNvPr id="4" name="Slide Number Placeholder 3"/>
          <p:cNvSpPr>
            <a:spLocks noGrp="1"/>
          </p:cNvSpPr>
          <p:nvPr>
            <p:ph type="sldNum" sz="quarter" idx="5"/>
          </p:nvPr>
        </p:nvSpPr>
        <p:spPr/>
        <p:txBody>
          <a:bodyPr/>
          <a:lstStyle/>
          <a:p>
            <a:fld id="{EE12441C-62E2-4458-8CAB-51F1264E3029}" type="slidenum">
              <a:rPr lang="en-US" smtClean="0"/>
              <a:t>10</a:t>
            </a:fld>
            <a:endParaRPr lang="en-US"/>
          </a:p>
        </p:txBody>
      </p:sp>
    </p:spTree>
    <p:extLst>
      <p:ext uri="{BB962C8B-B14F-4D97-AF65-F5344CB8AC3E}">
        <p14:creationId xmlns:p14="http://schemas.microsoft.com/office/powerpoint/2010/main" val="1786554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CE51A-AC21-56FB-AE98-2D90485AC1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32083B-88E0-2FA2-3ACB-BF7FD6BCC5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890F2F-33F4-9028-B9BB-2BF903C634F8}"/>
              </a:ext>
            </a:extLst>
          </p:cNvPr>
          <p:cNvSpPr>
            <a:spLocks noGrp="1"/>
          </p:cNvSpPr>
          <p:nvPr>
            <p:ph type="dt" sz="half" idx="10"/>
          </p:nvPr>
        </p:nvSpPr>
        <p:spPr/>
        <p:txBody>
          <a:bodyPr/>
          <a:lstStyle/>
          <a:p>
            <a:fld id="{FDEEAA2E-C285-4836-AF62-96657985D60C}" type="datetimeFigureOut">
              <a:rPr lang="en-US" smtClean="0"/>
              <a:t>8/2/26</a:t>
            </a:fld>
            <a:endParaRPr lang="en-US"/>
          </a:p>
        </p:txBody>
      </p:sp>
      <p:sp>
        <p:nvSpPr>
          <p:cNvPr id="5" name="Footer Placeholder 4">
            <a:extLst>
              <a:ext uri="{FF2B5EF4-FFF2-40B4-BE49-F238E27FC236}">
                <a16:creationId xmlns:a16="http://schemas.microsoft.com/office/drawing/2014/main" id="{EDA6FA2E-09EC-8300-26F4-CE578645C7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51E270-0511-1D70-5D4E-38FCFA1033CA}"/>
              </a:ext>
            </a:extLst>
          </p:cNvPr>
          <p:cNvSpPr>
            <a:spLocks noGrp="1"/>
          </p:cNvSpPr>
          <p:nvPr>
            <p:ph type="sldNum" sz="quarter" idx="12"/>
          </p:nvPr>
        </p:nvSpPr>
        <p:spPr/>
        <p:txBody>
          <a:bodyPr/>
          <a:lstStyle/>
          <a:p>
            <a:fld id="{A9AE731F-78A0-4B07-B6BD-A5CD486CF047}" type="slidenum">
              <a:rPr lang="en-US" smtClean="0"/>
              <a:t>‹#›</a:t>
            </a:fld>
            <a:endParaRPr lang="en-US"/>
          </a:p>
        </p:txBody>
      </p:sp>
    </p:spTree>
    <p:extLst>
      <p:ext uri="{BB962C8B-B14F-4D97-AF65-F5344CB8AC3E}">
        <p14:creationId xmlns:p14="http://schemas.microsoft.com/office/powerpoint/2010/main" val="3182691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570A7-8916-CA14-640B-6AE6E450E9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FAF52F-2390-BFCD-4B57-C1847F9B8D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10B488-CA0C-C42C-B260-CB4B95D24E79}"/>
              </a:ext>
            </a:extLst>
          </p:cNvPr>
          <p:cNvSpPr>
            <a:spLocks noGrp="1"/>
          </p:cNvSpPr>
          <p:nvPr>
            <p:ph type="dt" sz="half" idx="10"/>
          </p:nvPr>
        </p:nvSpPr>
        <p:spPr/>
        <p:txBody>
          <a:bodyPr/>
          <a:lstStyle/>
          <a:p>
            <a:fld id="{FDEEAA2E-C285-4836-AF62-96657985D60C}" type="datetimeFigureOut">
              <a:rPr lang="en-US" smtClean="0"/>
              <a:t>8/2/26</a:t>
            </a:fld>
            <a:endParaRPr lang="en-US"/>
          </a:p>
        </p:txBody>
      </p:sp>
      <p:sp>
        <p:nvSpPr>
          <p:cNvPr id="5" name="Footer Placeholder 4">
            <a:extLst>
              <a:ext uri="{FF2B5EF4-FFF2-40B4-BE49-F238E27FC236}">
                <a16:creationId xmlns:a16="http://schemas.microsoft.com/office/drawing/2014/main" id="{92196ACA-A0F1-628E-6E95-37CC0F7849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388660-4FA6-9A17-9ED2-36394D59D57F}"/>
              </a:ext>
            </a:extLst>
          </p:cNvPr>
          <p:cNvSpPr>
            <a:spLocks noGrp="1"/>
          </p:cNvSpPr>
          <p:nvPr>
            <p:ph type="sldNum" sz="quarter" idx="12"/>
          </p:nvPr>
        </p:nvSpPr>
        <p:spPr/>
        <p:txBody>
          <a:bodyPr/>
          <a:lstStyle/>
          <a:p>
            <a:fld id="{A9AE731F-78A0-4B07-B6BD-A5CD486CF047}" type="slidenum">
              <a:rPr lang="en-US" smtClean="0"/>
              <a:t>‹#›</a:t>
            </a:fld>
            <a:endParaRPr lang="en-US"/>
          </a:p>
        </p:txBody>
      </p:sp>
    </p:spTree>
    <p:extLst>
      <p:ext uri="{BB962C8B-B14F-4D97-AF65-F5344CB8AC3E}">
        <p14:creationId xmlns:p14="http://schemas.microsoft.com/office/powerpoint/2010/main" val="2099154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608D9-ACF8-B898-2BCD-F8FCF5451F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0A55F8-A7F2-AD7F-9C1F-78DC336E3C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7B47D6-B096-0033-A57F-E8B2E005A11C}"/>
              </a:ext>
            </a:extLst>
          </p:cNvPr>
          <p:cNvSpPr>
            <a:spLocks noGrp="1"/>
          </p:cNvSpPr>
          <p:nvPr>
            <p:ph type="dt" sz="half" idx="10"/>
          </p:nvPr>
        </p:nvSpPr>
        <p:spPr/>
        <p:txBody>
          <a:bodyPr/>
          <a:lstStyle/>
          <a:p>
            <a:fld id="{FDEEAA2E-C285-4836-AF62-96657985D60C}" type="datetimeFigureOut">
              <a:rPr lang="en-US" smtClean="0"/>
              <a:t>8/2/26</a:t>
            </a:fld>
            <a:endParaRPr lang="en-US"/>
          </a:p>
        </p:txBody>
      </p:sp>
      <p:sp>
        <p:nvSpPr>
          <p:cNvPr id="5" name="Footer Placeholder 4">
            <a:extLst>
              <a:ext uri="{FF2B5EF4-FFF2-40B4-BE49-F238E27FC236}">
                <a16:creationId xmlns:a16="http://schemas.microsoft.com/office/drawing/2014/main" id="{C75E2ECF-CD6A-7CB5-0E7A-7154CE184F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C56A1F-DE30-7542-FCE8-1E10BB906FDD}"/>
              </a:ext>
            </a:extLst>
          </p:cNvPr>
          <p:cNvSpPr>
            <a:spLocks noGrp="1"/>
          </p:cNvSpPr>
          <p:nvPr>
            <p:ph type="sldNum" sz="quarter" idx="12"/>
          </p:nvPr>
        </p:nvSpPr>
        <p:spPr/>
        <p:txBody>
          <a:bodyPr/>
          <a:lstStyle/>
          <a:p>
            <a:fld id="{A9AE731F-78A0-4B07-B6BD-A5CD486CF047}" type="slidenum">
              <a:rPr lang="en-US" smtClean="0"/>
              <a:t>‹#›</a:t>
            </a:fld>
            <a:endParaRPr lang="en-US"/>
          </a:p>
        </p:txBody>
      </p:sp>
    </p:spTree>
    <p:extLst>
      <p:ext uri="{BB962C8B-B14F-4D97-AF65-F5344CB8AC3E}">
        <p14:creationId xmlns:p14="http://schemas.microsoft.com/office/powerpoint/2010/main" val="4060524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4B7B2-27F5-A3BD-4F50-42A6EB349D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11ECFE-76F5-D87D-32DD-5AA38A560E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BB64AC-DC55-0A46-B1F6-5ABC2E6E28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9B27AA4-5EAF-141B-9E6E-E295F1536007}"/>
              </a:ext>
            </a:extLst>
          </p:cNvPr>
          <p:cNvSpPr>
            <a:spLocks noGrp="1"/>
          </p:cNvSpPr>
          <p:nvPr>
            <p:ph type="dt" sz="half" idx="10"/>
          </p:nvPr>
        </p:nvSpPr>
        <p:spPr/>
        <p:txBody>
          <a:bodyPr/>
          <a:lstStyle/>
          <a:p>
            <a:fld id="{FDEEAA2E-C285-4836-AF62-96657985D60C}" type="datetimeFigureOut">
              <a:rPr lang="en-US" smtClean="0"/>
              <a:t>8/2/26</a:t>
            </a:fld>
            <a:endParaRPr lang="en-US"/>
          </a:p>
        </p:txBody>
      </p:sp>
      <p:sp>
        <p:nvSpPr>
          <p:cNvPr id="6" name="Footer Placeholder 5">
            <a:extLst>
              <a:ext uri="{FF2B5EF4-FFF2-40B4-BE49-F238E27FC236}">
                <a16:creationId xmlns:a16="http://schemas.microsoft.com/office/drawing/2014/main" id="{7DE04BC1-3691-F1D8-19B9-D868894086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60E3C3-B22A-F35D-2400-BFB66025A938}"/>
              </a:ext>
            </a:extLst>
          </p:cNvPr>
          <p:cNvSpPr>
            <a:spLocks noGrp="1"/>
          </p:cNvSpPr>
          <p:nvPr>
            <p:ph type="sldNum" sz="quarter" idx="12"/>
          </p:nvPr>
        </p:nvSpPr>
        <p:spPr/>
        <p:txBody>
          <a:bodyPr/>
          <a:lstStyle/>
          <a:p>
            <a:fld id="{A9AE731F-78A0-4B07-B6BD-A5CD486CF047}" type="slidenum">
              <a:rPr lang="en-US" smtClean="0"/>
              <a:t>‹#›</a:t>
            </a:fld>
            <a:endParaRPr lang="en-US"/>
          </a:p>
        </p:txBody>
      </p:sp>
    </p:spTree>
    <p:extLst>
      <p:ext uri="{BB962C8B-B14F-4D97-AF65-F5344CB8AC3E}">
        <p14:creationId xmlns:p14="http://schemas.microsoft.com/office/powerpoint/2010/main" val="3548148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552C4-DF5B-96A7-8AB2-F528B85C4A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CCD8B7-19FF-4762-F39A-9974F2B5EB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5A2755-3026-8491-F8CC-5F96B16A2E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527E9C-DB70-0F94-65DE-5BE05E6887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686B34-63E5-FD00-B2CB-F5D8967C8E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D5E584-B953-9EA2-E138-3933F74AC872}"/>
              </a:ext>
            </a:extLst>
          </p:cNvPr>
          <p:cNvSpPr>
            <a:spLocks noGrp="1"/>
          </p:cNvSpPr>
          <p:nvPr>
            <p:ph type="dt" sz="half" idx="10"/>
          </p:nvPr>
        </p:nvSpPr>
        <p:spPr/>
        <p:txBody>
          <a:bodyPr/>
          <a:lstStyle/>
          <a:p>
            <a:fld id="{FDEEAA2E-C285-4836-AF62-96657985D60C}" type="datetimeFigureOut">
              <a:rPr lang="en-US" smtClean="0"/>
              <a:t>8/2/26</a:t>
            </a:fld>
            <a:endParaRPr lang="en-US"/>
          </a:p>
        </p:txBody>
      </p:sp>
      <p:sp>
        <p:nvSpPr>
          <p:cNvPr id="8" name="Footer Placeholder 7">
            <a:extLst>
              <a:ext uri="{FF2B5EF4-FFF2-40B4-BE49-F238E27FC236}">
                <a16:creationId xmlns:a16="http://schemas.microsoft.com/office/drawing/2014/main" id="{DBD0B253-189D-B3D0-59F3-26908EFAA9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AE1ED8-D845-A891-830E-9BB4AC8B9BDA}"/>
              </a:ext>
            </a:extLst>
          </p:cNvPr>
          <p:cNvSpPr>
            <a:spLocks noGrp="1"/>
          </p:cNvSpPr>
          <p:nvPr>
            <p:ph type="sldNum" sz="quarter" idx="12"/>
          </p:nvPr>
        </p:nvSpPr>
        <p:spPr/>
        <p:txBody>
          <a:bodyPr/>
          <a:lstStyle/>
          <a:p>
            <a:fld id="{A9AE731F-78A0-4B07-B6BD-A5CD486CF047}" type="slidenum">
              <a:rPr lang="en-US" smtClean="0"/>
              <a:t>‹#›</a:t>
            </a:fld>
            <a:endParaRPr lang="en-US"/>
          </a:p>
        </p:txBody>
      </p:sp>
    </p:spTree>
    <p:extLst>
      <p:ext uri="{BB962C8B-B14F-4D97-AF65-F5344CB8AC3E}">
        <p14:creationId xmlns:p14="http://schemas.microsoft.com/office/powerpoint/2010/main" val="3792777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70F57-49B6-A039-CE49-B0A02D47D7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AE2186-6863-1529-C294-7B75269626DD}"/>
              </a:ext>
            </a:extLst>
          </p:cNvPr>
          <p:cNvSpPr>
            <a:spLocks noGrp="1"/>
          </p:cNvSpPr>
          <p:nvPr>
            <p:ph type="dt" sz="half" idx="10"/>
          </p:nvPr>
        </p:nvSpPr>
        <p:spPr/>
        <p:txBody>
          <a:bodyPr/>
          <a:lstStyle/>
          <a:p>
            <a:fld id="{FDEEAA2E-C285-4836-AF62-96657985D60C}" type="datetimeFigureOut">
              <a:rPr lang="en-US" smtClean="0"/>
              <a:t>8/2/26</a:t>
            </a:fld>
            <a:endParaRPr lang="en-US"/>
          </a:p>
        </p:txBody>
      </p:sp>
      <p:sp>
        <p:nvSpPr>
          <p:cNvPr id="4" name="Footer Placeholder 3">
            <a:extLst>
              <a:ext uri="{FF2B5EF4-FFF2-40B4-BE49-F238E27FC236}">
                <a16:creationId xmlns:a16="http://schemas.microsoft.com/office/drawing/2014/main" id="{B2C4BB81-BEBA-2C36-9217-D8D351DAC60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4C1B32-1CF8-88A0-9654-9F1FBCC3E667}"/>
              </a:ext>
            </a:extLst>
          </p:cNvPr>
          <p:cNvSpPr>
            <a:spLocks noGrp="1"/>
          </p:cNvSpPr>
          <p:nvPr>
            <p:ph type="sldNum" sz="quarter" idx="12"/>
          </p:nvPr>
        </p:nvSpPr>
        <p:spPr/>
        <p:txBody>
          <a:bodyPr/>
          <a:lstStyle/>
          <a:p>
            <a:fld id="{A9AE731F-78A0-4B07-B6BD-A5CD486CF047}" type="slidenum">
              <a:rPr lang="en-US" smtClean="0"/>
              <a:t>‹#›</a:t>
            </a:fld>
            <a:endParaRPr lang="en-US"/>
          </a:p>
        </p:txBody>
      </p:sp>
    </p:spTree>
    <p:extLst>
      <p:ext uri="{BB962C8B-B14F-4D97-AF65-F5344CB8AC3E}">
        <p14:creationId xmlns:p14="http://schemas.microsoft.com/office/powerpoint/2010/main" val="1033024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8A4693-2BAF-4EEF-E4CC-796B8B47A92A}"/>
              </a:ext>
            </a:extLst>
          </p:cNvPr>
          <p:cNvSpPr>
            <a:spLocks noGrp="1"/>
          </p:cNvSpPr>
          <p:nvPr>
            <p:ph type="dt" sz="half" idx="10"/>
          </p:nvPr>
        </p:nvSpPr>
        <p:spPr/>
        <p:txBody>
          <a:bodyPr/>
          <a:lstStyle/>
          <a:p>
            <a:fld id="{FDEEAA2E-C285-4836-AF62-96657985D60C}" type="datetimeFigureOut">
              <a:rPr lang="en-US" smtClean="0"/>
              <a:t>8/2/26</a:t>
            </a:fld>
            <a:endParaRPr lang="en-US"/>
          </a:p>
        </p:txBody>
      </p:sp>
      <p:sp>
        <p:nvSpPr>
          <p:cNvPr id="3" name="Footer Placeholder 2">
            <a:extLst>
              <a:ext uri="{FF2B5EF4-FFF2-40B4-BE49-F238E27FC236}">
                <a16:creationId xmlns:a16="http://schemas.microsoft.com/office/drawing/2014/main" id="{6B41C402-E95F-FEA4-C168-0B8C2E1851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40F679-4B76-9A1A-FB85-425CA7DC2F02}"/>
              </a:ext>
            </a:extLst>
          </p:cNvPr>
          <p:cNvSpPr>
            <a:spLocks noGrp="1"/>
          </p:cNvSpPr>
          <p:nvPr>
            <p:ph type="sldNum" sz="quarter" idx="12"/>
          </p:nvPr>
        </p:nvSpPr>
        <p:spPr/>
        <p:txBody>
          <a:bodyPr/>
          <a:lstStyle/>
          <a:p>
            <a:fld id="{A9AE731F-78A0-4B07-B6BD-A5CD486CF047}" type="slidenum">
              <a:rPr lang="en-US" smtClean="0"/>
              <a:t>‹#›</a:t>
            </a:fld>
            <a:endParaRPr lang="en-US"/>
          </a:p>
        </p:txBody>
      </p:sp>
    </p:spTree>
    <p:extLst>
      <p:ext uri="{BB962C8B-B14F-4D97-AF65-F5344CB8AC3E}">
        <p14:creationId xmlns:p14="http://schemas.microsoft.com/office/powerpoint/2010/main" val="2770540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EFB55-4973-217F-3413-C9B2A47D34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E28E27-C05D-CECB-BAE7-49F3DE09C7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53E8BA-6B3A-6163-419A-2D3CC8CB28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35BAEE-F08B-BEA3-01D8-40A30713DF90}"/>
              </a:ext>
            </a:extLst>
          </p:cNvPr>
          <p:cNvSpPr>
            <a:spLocks noGrp="1"/>
          </p:cNvSpPr>
          <p:nvPr>
            <p:ph type="dt" sz="half" idx="10"/>
          </p:nvPr>
        </p:nvSpPr>
        <p:spPr/>
        <p:txBody>
          <a:bodyPr/>
          <a:lstStyle/>
          <a:p>
            <a:fld id="{FDEEAA2E-C285-4836-AF62-96657985D60C}" type="datetimeFigureOut">
              <a:rPr lang="en-US" smtClean="0"/>
              <a:t>8/2/26</a:t>
            </a:fld>
            <a:endParaRPr lang="en-US"/>
          </a:p>
        </p:txBody>
      </p:sp>
      <p:sp>
        <p:nvSpPr>
          <p:cNvPr id="6" name="Footer Placeholder 5">
            <a:extLst>
              <a:ext uri="{FF2B5EF4-FFF2-40B4-BE49-F238E27FC236}">
                <a16:creationId xmlns:a16="http://schemas.microsoft.com/office/drawing/2014/main" id="{124ADDC6-DB9C-B7E8-5844-3C8000407B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49D5F1-C8C0-E562-2D02-619AF1F53EC8}"/>
              </a:ext>
            </a:extLst>
          </p:cNvPr>
          <p:cNvSpPr>
            <a:spLocks noGrp="1"/>
          </p:cNvSpPr>
          <p:nvPr>
            <p:ph type="sldNum" sz="quarter" idx="12"/>
          </p:nvPr>
        </p:nvSpPr>
        <p:spPr/>
        <p:txBody>
          <a:bodyPr/>
          <a:lstStyle/>
          <a:p>
            <a:fld id="{A9AE731F-78A0-4B07-B6BD-A5CD486CF047}" type="slidenum">
              <a:rPr lang="en-US" smtClean="0"/>
              <a:t>‹#›</a:t>
            </a:fld>
            <a:endParaRPr lang="en-US"/>
          </a:p>
        </p:txBody>
      </p:sp>
    </p:spTree>
    <p:extLst>
      <p:ext uri="{BB962C8B-B14F-4D97-AF65-F5344CB8AC3E}">
        <p14:creationId xmlns:p14="http://schemas.microsoft.com/office/powerpoint/2010/main" val="878571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42A45-38C1-CFB8-C0F7-CB4A0C2743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E2585E-B15A-ECB2-8AB1-EC591A60B2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A0CD91-1494-7B72-C7C6-33B853CED1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962341-5139-69F3-F7D4-BDDE27E0DA4A}"/>
              </a:ext>
            </a:extLst>
          </p:cNvPr>
          <p:cNvSpPr>
            <a:spLocks noGrp="1"/>
          </p:cNvSpPr>
          <p:nvPr>
            <p:ph type="dt" sz="half" idx="10"/>
          </p:nvPr>
        </p:nvSpPr>
        <p:spPr/>
        <p:txBody>
          <a:bodyPr/>
          <a:lstStyle/>
          <a:p>
            <a:fld id="{FDEEAA2E-C285-4836-AF62-96657985D60C}" type="datetimeFigureOut">
              <a:rPr lang="en-US" smtClean="0"/>
              <a:t>8/2/26</a:t>
            </a:fld>
            <a:endParaRPr lang="en-US"/>
          </a:p>
        </p:txBody>
      </p:sp>
      <p:sp>
        <p:nvSpPr>
          <p:cNvPr id="6" name="Footer Placeholder 5">
            <a:extLst>
              <a:ext uri="{FF2B5EF4-FFF2-40B4-BE49-F238E27FC236}">
                <a16:creationId xmlns:a16="http://schemas.microsoft.com/office/drawing/2014/main" id="{41B3DCB5-CFE6-AFB6-2B0E-FA55D6E445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6B7E3A-16E2-58B6-EE00-4E7C43393856}"/>
              </a:ext>
            </a:extLst>
          </p:cNvPr>
          <p:cNvSpPr>
            <a:spLocks noGrp="1"/>
          </p:cNvSpPr>
          <p:nvPr>
            <p:ph type="sldNum" sz="quarter" idx="12"/>
          </p:nvPr>
        </p:nvSpPr>
        <p:spPr/>
        <p:txBody>
          <a:bodyPr/>
          <a:lstStyle/>
          <a:p>
            <a:fld id="{A9AE731F-78A0-4B07-B6BD-A5CD486CF047}" type="slidenum">
              <a:rPr lang="en-US" smtClean="0"/>
              <a:t>‹#›</a:t>
            </a:fld>
            <a:endParaRPr lang="en-US"/>
          </a:p>
        </p:txBody>
      </p:sp>
    </p:spTree>
    <p:extLst>
      <p:ext uri="{BB962C8B-B14F-4D97-AF65-F5344CB8AC3E}">
        <p14:creationId xmlns:p14="http://schemas.microsoft.com/office/powerpoint/2010/main" val="285314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B572B-804E-D3D3-8512-85681A2C06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13B00D-D872-F520-3601-E63652418C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BDFFA5-4CDB-0C23-9EA5-22AB7B2BE078}"/>
              </a:ext>
            </a:extLst>
          </p:cNvPr>
          <p:cNvSpPr>
            <a:spLocks noGrp="1"/>
          </p:cNvSpPr>
          <p:nvPr>
            <p:ph type="dt" sz="half" idx="10"/>
          </p:nvPr>
        </p:nvSpPr>
        <p:spPr/>
        <p:txBody>
          <a:bodyPr/>
          <a:lstStyle/>
          <a:p>
            <a:fld id="{FDEEAA2E-C285-4836-AF62-96657985D60C}" type="datetimeFigureOut">
              <a:rPr lang="en-US" smtClean="0"/>
              <a:t>8/2/26</a:t>
            </a:fld>
            <a:endParaRPr lang="en-US"/>
          </a:p>
        </p:txBody>
      </p:sp>
      <p:sp>
        <p:nvSpPr>
          <p:cNvPr id="5" name="Footer Placeholder 4">
            <a:extLst>
              <a:ext uri="{FF2B5EF4-FFF2-40B4-BE49-F238E27FC236}">
                <a16:creationId xmlns:a16="http://schemas.microsoft.com/office/drawing/2014/main" id="{86A5D480-9D0B-0222-8C35-5E30F8834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256A3A-023E-57F2-73A9-5FC6EF47A448}"/>
              </a:ext>
            </a:extLst>
          </p:cNvPr>
          <p:cNvSpPr>
            <a:spLocks noGrp="1"/>
          </p:cNvSpPr>
          <p:nvPr>
            <p:ph type="sldNum" sz="quarter" idx="12"/>
          </p:nvPr>
        </p:nvSpPr>
        <p:spPr/>
        <p:txBody>
          <a:bodyPr/>
          <a:lstStyle/>
          <a:p>
            <a:fld id="{A9AE731F-78A0-4B07-B6BD-A5CD486CF047}" type="slidenum">
              <a:rPr lang="en-US" smtClean="0"/>
              <a:t>‹#›</a:t>
            </a:fld>
            <a:endParaRPr lang="en-US"/>
          </a:p>
        </p:txBody>
      </p:sp>
    </p:spTree>
    <p:extLst>
      <p:ext uri="{BB962C8B-B14F-4D97-AF65-F5344CB8AC3E}">
        <p14:creationId xmlns:p14="http://schemas.microsoft.com/office/powerpoint/2010/main" val="3987068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24AEFC-1D15-FFCF-B75E-F06945A648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3AFA9C-0C98-5AF6-04C9-A4D84C91A4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C1FD16-26EC-8A98-B5A2-9D4678059872}"/>
              </a:ext>
            </a:extLst>
          </p:cNvPr>
          <p:cNvSpPr>
            <a:spLocks noGrp="1"/>
          </p:cNvSpPr>
          <p:nvPr>
            <p:ph type="dt" sz="half" idx="10"/>
          </p:nvPr>
        </p:nvSpPr>
        <p:spPr/>
        <p:txBody>
          <a:bodyPr/>
          <a:lstStyle/>
          <a:p>
            <a:fld id="{FDEEAA2E-C285-4836-AF62-96657985D60C}" type="datetimeFigureOut">
              <a:rPr lang="en-US" smtClean="0"/>
              <a:t>8/2/26</a:t>
            </a:fld>
            <a:endParaRPr lang="en-US"/>
          </a:p>
        </p:txBody>
      </p:sp>
      <p:sp>
        <p:nvSpPr>
          <p:cNvPr id="5" name="Footer Placeholder 4">
            <a:extLst>
              <a:ext uri="{FF2B5EF4-FFF2-40B4-BE49-F238E27FC236}">
                <a16:creationId xmlns:a16="http://schemas.microsoft.com/office/drawing/2014/main" id="{32921F97-3007-4D10-13F1-DA07C181B2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A99B1C-5086-ADD5-6574-1CA01B6ACDEE}"/>
              </a:ext>
            </a:extLst>
          </p:cNvPr>
          <p:cNvSpPr>
            <a:spLocks noGrp="1"/>
          </p:cNvSpPr>
          <p:nvPr>
            <p:ph type="sldNum" sz="quarter" idx="12"/>
          </p:nvPr>
        </p:nvSpPr>
        <p:spPr/>
        <p:txBody>
          <a:bodyPr/>
          <a:lstStyle/>
          <a:p>
            <a:fld id="{A9AE731F-78A0-4B07-B6BD-A5CD486CF047}" type="slidenum">
              <a:rPr lang="en-US" smtClean="0"/>
              <a:t>‹#›</a:t>
            </a:fld>
            <a:endParaRPr lang="en-US"/>
          </a:p>
        </p:txBody>
      </p:sp>
    </p:spTree>
    <p:extLst>
      <p:ext uri="{BB962C8B-B14F-4D97-AF65-F5344CB8AC3E}">
        <p14:creationId xmlns:p14="http://schemas.microsoft.com/office/powerpoint/2010/main" val="2990838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FC9745-BA6A-1640-96D7-71CEF63470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083F7A-5905-9936-0067-6D3D05C25D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81A469-663B-103A-7DEF-7DE70F816D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EEAA2E-C285-4836-AF62-96657985D60C}" type="datetimeFigureOut">
              <a:rPr lang="en-US" smtClean="0"/>
              <a:t>8/2/26</a:t>
            </a:fld>
            <a:endParaRPr lang="en-US"/>
          </a:p>
        </p:txBody>
      </p:sp>
      <p:sp>
        <p:nvSpPr>
          <p:cNvPr id="5" name="Footer Placeholder 4">
            <a:extLst>
              <a:ext uri="{FF2B5EF4-FFF2-40B4-BE49-F238E27FC236}">
                <a16:creationId xmlns:a16="http://schemas.microsoft.com/office/drawing/2014/main" id="{28B84F14-DAE4-571C-683A-61C2499C72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00A6E8-B3AC-D84F-8694-6BD8EDC63C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AE731F-78A0-4B07-B6BD-A5CD486CF047}" type="slidenum">
              <a:rPr lang="en-US" smtClean="0"/>
              <a:t>‹#›</a:t>
            </a:fld>
            <a:endParaRPr lang="en-US"/>
          </a:p>
        </p:txBody>
      </p:sp>
    </p:spTree>
    <p:extLst>
      <p:ext uri="{BB962C8B-B14F-4D97-AF65-F5344CB8AC3E}">
        <p14:creationId xmlns:p14="http://schemas.microsoft.com/office/powerpoint/2010/main" val="205638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mentorink.com/blog/mbti-personality-test/" TargetMode="Externa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hyperlink" Target="https://www.paulekman.com/facial-action-coding-system/" TargetMode="External"/><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hyperlink" Target="https://www.paulekman.com/about/paul-ekman/" TargetMode="External"/><Relationship Id="rId4" Type="http://schemas.openxmlformats.org/officeDocument/2006/relationships/hyperlink" Target="https://www.paulekman.com/micro-expressions-training-tools/"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reekmyths-greekmythology.com/myth-of-pygmalion-and-galatea/" TargetMode="External"/><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EE0FDC4-5A7D-A8CC-E262-0F10DA95F1BF}"/>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91CDFC3B-DEE4-F90D-5A86-711B6B3292EA}"/>
              </a:ext>
            </a:extLst>
          </p:cNvPr>
          <p:cNvSpPr>
            <a:spLocks noGrp="1"/>
          </p:cNvSpPr>
          <p:nvPr>
            <p:ph type="ctrTitle"/>
          </p:nvPr>
        </p:nvSpPr>
        <p:spPr>
          <a:xfrm>
            <a:off x="1524000" y="1122362"/>
            <a:ext cx="9144000" cy="2900518"/>
          </a:xfrm>
        </p:spPr>
        <p:txBody>
          <a:bodyPr>
            <a:normAutofit/>
          </a:bodyPr>
          <a:lstStyle/>
          <a:p>
            <a:r>
              <a:rPr lang="en-US" dirty="0">
                <a:solidFill>
                  <a:srgbClr val="FFFFFF"/>
                </a:solidFill>
              </a:rPr>
              <a:t>CSCI 680</a:t>
            </a:r>
            <a:br>
              <a:rPr lang="en-US" dirty="0">
                <a:solidFill>
                  <a:srgbClr val="FFFFFF"/>
                </a:solidFill>
              </a:rPr>
            </a:br>
            <a:r>
              <a:rPr lang="en-US" dirty="0">
                <a:solidFill>
                  <a:srgbClr val="FFFFFF"/>
                </a:solidFill>
              </a:rPr>
              <a:t>Affective Computing</a:t>
            </a:r>
          </a:p>
        </p:txBody>
      </p:sp>
      <p:sp>
        <p:nvSpPr>
          <p:cNvPr id="3" name="Subtitle 2">
            <a:extLst>
              <a:ext uri="{FF2B5EF4-FFF2-40B4-BE49-F238E27FC236}">
                <a16:creationId xmlns:a16="http://schemas.microsoft.com/office/drawing/2014/main" id="{8C61C2D2-7C71-A3A3-B733-0CF37F90BCA6}"/>
              </a:ext>
            </a:extLst>
          </p:cNvPr>
          <p:cNvSpPr>
            <a:spLocks noGrp="1"/>
          </p:cNvSpPr>
          <p:nvPr>
            <p:ph type="subTitle" idx="1"/>
          </p:nvPr>
        </p:nvSpPr>
        <p:spPr>
          <a:xfrm>
            <a:off x="1524000" y="4159404"/>
            <a:ext cx="9144000" cy="1640895"/>
          </a:xfrm>
        </p:spPr>
        <p:txBody>
          <a:bodyPr>
            <a:normAutofit/>
          </a:bodyPr>
          <a:lstStyle/>
          <a:p>
            <a:r>
              <a:rPr lang="en-US" dirty="0">
                <a:solidFill>
                  <a:srgbClr val="FFFFFF"/>
                </a:solidFill>
              </a:rPr>
              <a:t>Ashley Y. Gao</a:t>
            </a:r>
          </a:p>
          <a:p>
            <a:r>
              <a:rPr lang="en-US" dirty="0">
                <a:solidFill>
                  <a:srgbClr val="FFFFFF"/>
                </a:solidFill>
              </a:rPr>
              <a:t>Department of Computer Science</a:t>
            </a:r>
          </a:p>
          <a:p>
            <a:r>
              <a:rPr lang="en-US" dirty="0">
                <a:solidFill>
                  <a:srgbClr val="FFFFFF"/>
                </a:solidFill>
              </a:rPr>
              <a:t>William &amp; Mary</a:t>
            </a:r>
          </a:p>
          <a:p>
            <a:endParaRPr lang="en-US" dirty="0">
              <a:solidFill>
                <a:srgbClr val="FFFFFF"/>
              </a:solidFill>
            </a:endParaRPr>
          </a:p>
        </p:txBody>
      </p:sp>
      <p:sp>
        <p:nvSpPr>
          <p:cNvPr id="4" name="TextBox 3">
            <a:extLst>
              <a:ext uri="{FF2B5EF4-FFF2-40B4-BE49-F238E27FC236}">
                <a16:creationId xmlns:a16="http://schemas.microsoft.com/office/drawing/2014/main" id="{D96CA500-73D0-6542-7A90-28F39BF51094}"/>
              </a:ext>
            </a:extLst>
          </p:cNvPr>
          <p:cNvSpPr txBox="1"/>
          <p:nvPr/>
        </p:nvSpPr>
        <p:spPr>
          <a:xfrm>
            <a:off x="0" y="6488668"/>
            <a:ext cx="6174575" cy="369332"/>
          </a:xfrm>
          <a:prstGeom prst="rect">
            <a:avLst/>
          </a:prstGeom>
          <a:noFill/>
        </p:spPr>
        <p:txBody>
          <a:bodyPr wrap="none" rtlCol="0">
            <a:spAutoFit/>
          </a:bodyPr>
          <a:lstStyle/>
          <a:p>
            <a:r>
              <a:rPr lang="en-US" dirty="0"/>
              <a:t>Disclaimer: Some images used in this slide are AI-generated.</a:t>
            </a:r>
          </a:p>
        </p:txBody>
      </p:sp>
    </p:spTree>
    <p:extLst>
      <p:ext uri="{BB962C8B-B14F-4D97-AF65-F5344CB8AC3E}">
        <p14:creationId xmlns:p14="http://schemas.microsoft.com/office/powerpoint/2010/main" val="110002900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A9C3BD-9412-24ED-A24B-5EC4F1C0583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3047" y="10"/>
            <a:ext cx="12191999" cy="6857990"/>
          </a:xfrm>
          <a:prstGeom prst="rect">
            <a:avLst/>
          </a:prstGeom>
        </p:spPr>
      </p:pic>
    </p:spTree>
    <p:extLst>
      <p:ext uri="{BB962C8B-B14F-4D97-AF65-F5344CB8AC3E}">
        <p14:creationId xmlns:p14="http://schemas.microsoft.com/office/powerpoint/2010/main" val="841679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D7D03296-BABA-47AD-A5D5-ED15672701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D6FDF3-7BE8-9D2B-8AF9-83A8D03A0E9D}"/>
              </a:ext>
            </a:extLst>
          </p:cNvPr>
          <p:cNvSpPr>
            <a:spLocks noGrp="1"/>
          </p:cNvSpPr>
          <p:nvPr>
            <p:ph type="title"/>
          </p:nvPr>
        </p:nvSpPr>
        <p:spPr>
          <a:xfrm>
            <a:off x="838200" y="226061"/>
            <a:ext cx="10515600" cy="1092050"/>
          </a:xfrm>
        </p:spPr>
        <p:txBody>
          <a:bodyPr vert="horz" lIns="91440" tIns="45720" rIns="91440" bIns="45720" rtlCol="0" anchor="b">
            <a:normAutofit/>
          </a:bodyPr>
          <a:lstStyle/>
          <a:p>
            <a:pPr algn="ctr"/>
            <a:r>
              <a:rPr lang="en-US" sz="5200"/>
              <a:t>Thinking v. Feeling as Opposites</a:t>
            </a:r>
          </a:p>
        </p:txBody>
      </p:sp>
      <p:sp useBgFill="1">
        <p:nvSpPr>
          <p:cNvPr id="62" name="Rectangle 61">
            <a:extLst>
              <a:ext uri="{FF2B5EF4-FFF2-40B4-BE49-F238E27FC236}">
                <a16:creationId xmlns:a16="http://schemas.microsoft.com/office/drawing/2014/main" id="{284A8429-F65A-490D-96E4-1158D3E8A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396083"/>
            <a:ext cx="10515599" cy="822960"/>
          </a:xfrm>
          <a:prstGeom prst="rect">
            <a:avLst/>
          </a:prstGeom>
          <a:ln w="12700">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52DCE6E2-8FB9-928B-19BE-22221A021596}"/>
              </a:ext>
            </a:extLst>
          </p:cNvPr>
          <p:cNvSpPr>
            <a:spLocks noGrp="1"/>
          </p:cNvSpPr>
          <p:nvPr>
            <p:ph type="body" idx="1"/>
          </p:nvPr>
        </p:nvSpPr>
        <p:spPr>
          <a:xfrm>
            <a:off x="1220089" y="1511968"/>
            <a:ext cx="9751823" cy="582612"/>
          </a:xfrm>
        </p:spPr>
        <p:txBody>
          <a:bodyPr vert="horz" lIns="91440" tIns="45720" rIns="91440" bIns="45720" rtlCol="0" anchor="ctr">
            <a:normAutofit/>
          </a:bodyPr>
          <a:lstStyle/>
          <a:p>
            <a:pPr algn="ctr"/>
            <a:r>
              <a:rPr lang="en-US">
                <a:solidFill>
                  <a:schemeClr val="tx1"/>
                </a:solidFill>
              </a:rPr>
              <a:t>More info </a:t>
            </a:r>
            <a:r>
              <a:rPr lang="en-US">
                <a:solidFill>
                  <a:schemeClr val="tx1"/>
                </a:solidFill>
                <a:hlinkClick r:id="rId2"/>
              </a:rPr>
              <a:t>here</a:t>
            </a:r>
            <a:r>
              <a:rPr lang="en-US">
                <a:solidFill>
                  <a:schemeClr val="tx1"/>
                </a:solidFill>
              </a:rPr>
              <a:t>.</a:t>
            </a:r>
          </a:p>
        </p:txBody>
      </p:sp>
      <p:sp>
        <p:nvSpPr>
          <p:cNvPr id="64" name="Rectangle 63">
            <a:extLst>
              <a:ext uri="{FF2B5EF4-FFF2-40B4-BE49-F238E27FC236}">
                <a16:creationId xmlns:a16="http://schemas.microsoft.com/office/drawing/2014/main" id="{0F022291-A82B-4D23-A1E0-5F9BD6846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41136" y="1859832"/>
            <a:ext cx="109728"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descr="How Frequent is My Myers-Briggs Type? | by Arpita Deb | Medium">
            <a:extLst>
              <a:ext uri="{FF2B5EF4-FFF2-40B4-BE49-F238E27FC236}">
                <a16:creationId xmlns:a16="http://schemas.microsoft.com/office/drawing/2014/main" id="{5E0772D3-244B-74E6-91E5-EBC213102013}"/>
              </a:ext>
            </a:extLst>
          </p:cNvPr>
          <p:cNvPicPr>
            <a:picLocks noChangeAspect="1"/>
          </p:cNvPicPr>
          <p:nvPr/>
        </p:nvPicPr>
        <p:blipFill>
          <a:blip r:embed="rId3"/>
          <a:stretch>
            <a:fillRect/>
          </a:stretch>
        </p:blipFill>
        <p:spPr>
          <a:xfrm>
            <a:off x="838199" y="2694421"/>
            <a:ext cx="5140661" cy="3290022"/>
          </a:xfrm>
          <a:prstGeom prst="rect">
            <a:avLst/>
          </a:prstGeom>
        </p:spPr>
      </p:pic>
      <p:pic>
        <p:nvPicPr>
          <p:cNvPr id="6" name="Picture 5" descr="Personality Test of Myers &amp; Briggs' 16 Types | TypeFinder®">
            <a:extLst>
              <a:ext uri="{FF2B5EF4-FFF2-40B4-BE49-F238E27FC236}">
                <a16:creationId xmlns:a16="http://schemas.microsoft.com/office/drawing/2014/main" id="{82B3A94E-D2A7-82EA-930E-CBFCDD2F7B42}"/>
              </a:ext>
            </a:extLst>
          </p:cNvPr>
          <p:cNvPicPr>
            <a:picLocks noChangeAspect="1"/>
          </p:cNvPicPr>
          <p:nvPr/>
        </p:nvPicPr>
        <p:blipFill>
          <a:blip r:embed="rId4"/>
          <a:stretch>
            <a:fillRect/>
          </a:stretch>
        </p:blipFill>
        <p:spPr>
          <a:xfrm>
            <a:off x="6501188" y="2399494"/>
            <a:ext cx="4564563" cy="3879878"/>
          </a:xfrm>
          <a:prstGeom prst="rect">
            <a:avLst/>
          </a:prstGeom>
        </p:spPr>
      </p:pic>
    </p:spTree>
    <p:extLst>
      <p:ext uri="{BB962C8B-B14F-4D97-AF65-F5344CB8AC3E}">
        <p14:creationId xmlns:p14="http://schemas.microsoft.com/office/powerpoint/2010/main" val="3253728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80D3B0E-F6D6-4469-0010-856FAEB74562}"/>
              </a:ext>
            </a:extLst>
          </p:cNvPr>
          <p:cNvPicPr>
            <a:picLocks noChangeAspect="1"/>
          </p:cNvPicPr>
          <p:nvPr/>
        </p:nvPicPr>
        <p:blipFill>
          <a:blip r:embed="rId2"/>
          <a:srcRect t="11216" b="3076"/>
          <a:stretch>
            <a:fillRect/>
          </a:stretch>
        </p:blipFill>
        <p:spPr>
          <a:xfrm>
            <a:off x="2522356" y="10"/>
            <a:ext cx="9669642" cy="6857990"/>
          </a:xfrm>
          <a:prstGeom prst="rect">
            <a:avLst/>
          </a:prstGeom>
        </p:spPr>
      </p:pic>
      <p:sp>
        <p:nvSpPr>
          <p:cNvPr id="14" name="Rectangle 1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84F6411-5649-060C-8BFD-4D997ABAF851}"/>
              </a:ext>
            </a:extLst>
          </p:cNvPr>
          <p:cNvSpPr>
            <a:spLocks noGrp="1"/>
          </p:cNvSpPr>
          <p:nvPr>
            <p:ph type="title"/>
          </p:nvPr>
        </p:nvSpPr>
        <p:spPr>
          <a:xfrm>
            <a:off x="838200" y="365125"/>
            <a:ext cx="3822189" cy="1899912"/>
          </a:xfrm>
        </p:spPr>
        <p:txBody>
          <a:bodyPr>
            <a:normAutofit/>
          </a:bodyPr>
          <a:lstStyle/>
          <a:p>
            <a:r>
              <a:rPr lang="en-US" sz="3400"/>
              <a:t>Facial “Expressions of Emotion” and the</a:t>
            </a:r>
            <a:br>
              <a:rPr lang="en-US" sz="3400"/>
            </a:br>
            <a:r>
              <a:rPr lang="en-US" sz="3400"/>
              <a:t>Ekman Program</a:t>
            </a:r>
          </a:p>
        </p:txBody>
      </p:sp>
      <p:sp>
        <p:nvSpPr>
          <p:cNvPr id="3" name="Content Placeholder 2">
            <a:extLst>
              <a:ext uri="{FF2B5EF4-FFF2-40B4-BE49-F238E27FC236}">
                <a16:creationId xmlns:a16="http://schemas.microsoft.com/office/drawing/2014/main" id="{686D51B1-124E-0462-F0C0-2C81D4DA9E84}"/>
              </a:ext>
            </a:extLst>
          </p:cNvPr>
          <p:cNvSpPr>
            <a:spLocks noGrp="1"/>
          </p:cNvSpPr>
          <p:nvPr>
            <p:ph idx="1"/>
          </p:nvPr>
        </p:nvSpPr>
        <p:spPr>
          <a:xfrm>
            <a:off x="838200" y="2434201"/>
            <a:ext cx="3822189" cy="3742762"/>
          </a:xfrm>
        </p:spPr>
        <p:txBody>
          <a:bodyPr>
            <a:normAutofit lnSpcReduction="10000"/>
          </a:bodyPr>
          <a:lstStyle/>
          <a:p>
            <a:r>
              <a:rPr lang="en-US" sz="2000" dirty="0"/>
              <a:t>The "Ekman Program" refers to the psychological training and research developed by pioneering emotion psychologist Dr. Paul Ekman. </a:t>
            </a:r>
          </a:p>
          <a:p>
            <a:r>
              <a:rPr lang="en-US" sz="2000" dirty="0"/>
              <a:t>It encompasses the </a:t>
            </a:r>
            <a:r>
              <a:rPr lang="en-US" sz="2000" dirty="0">
                <a:hlinkClick r:id="rId3"/>
              </a:rPr>
              <a:t>Facial Action Coding System (FACS)</a:t>
            </a:r>
            <a:r>
              <a:rPr lang="en-US" sz="2000" dirty="0"/>
              <a:t>, micro-expression recognition training (</a:t>
            </a:r>
            <a:r>
              <a:rPr lang="en-US" sz="2000" dirty="0">
                <a:hlinkClick r:id="rId4"/>
              </a:rPr>
              <a:t>METT</a:t>
            </a:r>
            <a:r>
              <a:rPr lang="en-US" sz="2000" dirty="0"/>
              <a:t>), and </a:t>
            </a:r>
            <a:r>
              <a:rPr lang="en-US" sz="2000" dirty="0">
                <a:hlinkClick r:id="rId5"/>
              </a:rPr>
              <a:t>Cultivating Emotional Balance (CEB)</a:t>
            </a:r>
            <a:r>
              <a:rPr lang="en-US" sz="2000" dirty="0"/>
              <a:t> to improve emotional intelligence, detect deception, and regulate moods. </a:t>
            </a:r>
          </a:p>
          <a:p>
            <a:endParaRPr lang="en-US" sz="2000" dirty="0"/>
          </a:p>
        </p:txBody>
      </p:sp>
    </p:spTree>
    <p:extLst>
      <p:ext uri="{BB962C8B-B14F-4D97-AF65-F5344CB8AC3E}">
        <p14:creationId xmlns:p14="http://schemas.microsoft.com/office/powerpoint/2010/main" val="1224957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F93751-2130-332B-EFDC-2614D105395D}"/>
              </a:ext>
            </a:extLst>
          </p:cNvPr>
          <p:cNvSpPr>
            <a:spLocks noGrp="1"/>
          </p:cNvSpPr>
          <p:nvPr>
            <p:ph type="title"/>
          </p:nvPr>
        </p:nvSpPr>
        <p:spPr/>
        <p:txBody>
          <a:bodyPr/>
          <a:lstStyle/>
          <a:p>
            <a:r>
              <a:rPr lang="en-US"/>
              <a:t>Affective Computing</a:t>
            </a:r>
            <a:endParaRPr lang="en-US" dirty="0"/>
          </a:p>
        </p:txBody>
      </p:sp>
      <p:sp>
        <p:nvSpPr>
          <p:cNvPr id="5" name="Content Placeholder 4">
            <a:extLst>
              <a:ext uri="{FF2B5EF4-FFF2-40B4-BE49-F238E27FC236}">
                <a16:creationId xmlns:a16="http://schemas.microsoft.com/office/drawing/2014/main" id="{B5DE7990-13A6-1BE2-70CA-48CDFC587104}"/>
              </a:ext>
            </a:extLst>
          </p:cNvPr>
          <p:cNvSpPr>
            <a:spLocks noGrp="1"/>
          </p:cNvSpPr>
          <p:nvPr>
            <p:ph idx="1"/>
          </p:nvPr>
        </p:nvSpPr>
        <p:spPr/>
        <p:txBody>
          <a:bodyPr>
            <a:normAutofit/>
          </a:bodyPr>
          <a:lstStyle/>
          <a:p>
            <a:r>
              <a:rPr lang="en-US" dirty="0"/>
              <a:t>R. Picard 1997 book “Affective Computing”</a:t>
            </a:r>
          </a:p>
          <a:p>
            <a:pPr lvl="1"/>
            <a:r>
              <a:rPr lang="en-US" dirty="0"/>
              <a:t>This book proposes that we give computers the ability to recognize, express and in some cases “have” emotions. Is this not absurd?</a:t>
            </a:r>
          </a:p>
          <a:p>
            <a:r>
              <a:rPr lang="en-US" dirty="0"/>
              <a:t>Now:</a:t>
            </a:r>
          </a:p>
          <a:p>
            <a:pPr lvl="1"/>
            <a:r>
              <a:rPr lang="en-US" dirty="0"/>
              <a:t>IEEE Transactions on Affective Computing </a:t>
            </a:r>
          </a:p>
          <a:p>
            <a:pPr lvl="1"/>
            <a:r>
              <a:rPr lang="en-US" dirty="0"/>
              <a:t>International Conference on Affective Computing and Intelligent Interaction (ACII) → https://acii-conf.net/ </a:t>
            </a:r>
          </a:p>
          <a:p>
            <a:pPr lvl="1"/>
            <a:r>
              <a:rPr lang="en-US" dirty="0"/>
              <a:t>Increasing awareness that emotions play a significant role in human intelligence</a:t>
            </a:r>
          </a:p>
          <a:p>
            <a:pPr lvl="1"/>
            <a:r>
              <a:rPr lang="en-US" dirty="0"/>
              <a:t>Still don’t have “emotional machines” - why not?</a:t>
            </a:r>
          </a:p>
        </p:txBody>
      </p:sp>
      <p:pic>
        <p:nvPicPr>
          <p:cNvPr id="7" name="Picture 6">
            <a:extLst>
              <a:ext uri="{FF2B5EF4-FFF2-40B4-BE49-F238E27FC236}">
                <a16:creationId xmlns:a16="http://schemas.microsoft.com/office/drawing/2014/main" id="{A3001239-7198-812A-CEF0-E8024BF1B2C5}"/>
              </a:ext>
            </a:extLst>
          </p:cNvPr>
          <p:cNvPicPr>
            <a:picLocks noChangeAspect="1"/>
          </p:cNvPicPr>
          <p:nvPr/>
        </p:nvPicPr>
        <p:blipFill>
          <a:blip r:embed="rId2"/>
          <a:stretch>
            <a:fillRect/>
          </a:stretch>
        </p:blipFill>
        <p:spPr>
          <a:xfrm>
            <a:off x="10396569" y="1"/>
            <a:ext cx="1795431" cy="1596788"/>
          </a:xfrm>
          <a:prstGeom prst="rect">
            <a:avLst/>
          </a:prstGeom>
        </p:spPr>
      </p:pic>
    </p:spTree>
    <p:extLst>
      <p:ext uri="{BB962C8B-B14F-4D97-AF65-F5344CB8AC3E}">
        <p14:creationId xmlns:p14="http://schemas.microsoft.com/office/powerpoint/2010/main" val="2909131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2179E1-4DAB-C70F-9FE7-D632B0DBA30C}"/>
              </a:ext>
            </a:extLst>
          </p:cNvPr>
          <p:cNvSpPr>
            <a:spLocks noGrp="1"/>
          </p:cNvSpPr>
          <p:nvPr>
            <p:ph type="title"/>
          </p:nvPr>
        </p:nvSpPr>
        <p:spPr>
          <a:xfrm>
            <a:off x="1051560" y="586822"/>
            <a:ext cx="3657600" cy="1645920"/>
          </a:xfrm>
        </p:spPr>
        <p:txBody>
          <a:bodyPr>
            <a:normAutofit/>
          </a:bodyPr>
          <a:lstStyle/>
          <a:p>
            <a:r>
              <a:rPr lang="en-US" sz="3200" dirty="0"/>
              <a:t>What Does It Mean for a Computer to “Recognize” Affect?</a:t>
            </a:r>
          </a:p>
        </p:txBody>
      </p:sp>
      <p:sp>
        <p:nvSpPr>
          <p:cNvPr id="22" name="Rectangle 21">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4" name="Rectangle 23">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Content Placeholder 14">
            <a:extLst>
              <a:ext uri="{FF2B5EF4-FFF2-40B4-BE49-F238E27FC236}">
                <a16:creationId xmlns:a16="http://schemas.microsoft.com/office/drawing/2014/main" id="{90424DEF-4DB6-5207-DCCB-5BF0CF545B6A}"/>
              </a:ext>
            </a:extLst>
          </p:cNvPr>
          <p:cNvSpPr>
            <a:spLocks noGrp="1"/>
          </p:cNvSpPr>
          <p:nvPr>
            <p:ph idx="1"/>
          </p:nvPr>
        </p:nvSpPr>
        <p:spPr>
          <a:xfrm>
            <a:off x="5250106" y="586822"/>
            <a:ext cx="6106742" cy="1645920"/>
          </a:xfrm>
        </p:spPr>
        <p:txBody>
          <a:bodyPr anchor="ctr">
            <a:normAutofit/>
          </a:bodyPr>
          <a:lstStyle/>
          <a:p>
            <a:r>
              <a:rPr lang="en-US" sz="1800" dirty="0"/>
              <a:t>Sample Topic: Emotion Recognition/Classification</a:t>
            </a:r>
          </a:p>
          <a:p>
            <a:r>
              <a:rPr lang="en-US" sz="1800" dirty="0"/>
              <a:t>Challenges: distribution shifts among different speakers with different accents, from different cultural backgrounds, etc.</a:t>
            </a:r>
          </a:p>
          <a:p>
            <a:endParaRPr lang="en-US" sz="1800" dirty="0"/>
          </a:p>
        </p:txBody>
      </p:sp>
      <p:pic>
        <p:nvPicPr>
          <p:cNvPr id="9" name="Content Placeholder 8">
            <a:extLst>
              <a:ext uri="{FF2B5EF4-FFF2-40B4-BE49-F238E27FC236}">
                <a16:creationId xmlns:a16="http://schemas.microsoft.com/office/drawing/2014/main" id="{E09513FD-FA33-C012-A2EB-C63215BB3B7C}"/>
              </a:ext>
            </a:extLst>
          </p:cNvPr>
          <p:cNvPicPr>
            <a:picLocks noChangeAspect="1"/>
          </p:cNvPicPr>
          <p:nvPr/>
        </p:nvPicPr>
        <p:blipFill>
          <a:blip r:embed="rId2"/>
          <a:stretch>
            <a:fillRect/>
          </a:stretch>
        </p:blipFill>
        <p:spPr>
          <a:xfrm>
            <a:off x="773998" y="2729397"/>
            <a:ext cx="5049078" cy="3483864"/>
          </a:xfrm>
          <a:prstGeom prst="rect">
            <a:avLst/>
          </a:prstGeom>
        </p:spPr>
      </p:pic>
      <p:pic>
        <p:nvPicPr>
          <p:cNvPr id="11" name="Picture 10">
            <a:extLst>
              <a:ext uri="{FF2B5EF4-FFF2-40B4-BE49-F238E27FC236}">
                <a16:creationId xmlns:a16="http://schemas.microsoft.com/office/drawing/2014/main" id="{C71DD860-4E9F-36E1-69ED-4DB430B3A810}"/>
              </a:ext>
            </a:extLst>
          </p:cNvPr>
          <p:cNvPicPr>
            <a:picLocks noChangeAspect="1"/>
          </p:cNvPicPr>
          <p:nvPr/>
        </p:nvPicPr>
        <p:blipFill>
          <a:blip r:embed="rId3"/>
          <a:stretch>
            <a:fillRect/>
          </a:stretch>
        </p:blipFill>
        <p:spPr>
          <a:xfrm>
            <a:off x="6198781" y="3131982"/>
            <a:ext cx="5523082" cy="2678694"/>
          </a:xfrm>
          <a:prstGeom prst="rect">
            <a:avLst/>
          </a:prstGeom>
        </p:spPr>
      </p:pic>
      <p:sp>
        <p:nvSpPr>
          <p:cNvPr id="13" name="TextBox 12">
            <a:extLst>
              <a:ext uri="{FF2B5EF4-FFF2-40B4-BE49-F238E27FC236}">
                <a16:creationId xmlns:a16="http://schemas.microsoft.com/office/drawing/2014/main" id="{B12739EA-C372-DA04-C6B7-B403DDC386A5}"/>
              </a:ext>
            </a:extLst>
          </p:cNvPr>
          <p:cNvSpPr txBox="1"/>
          <p:nvPr/>
        </p:nvSpPr>
        <p:spPr>
          <a:xfrm>
            <a:off x="419100" y="6304002"/>
            <a:ext cx="11874500" cy="553998"/>
          </a:xfrm>
          <a:prstGeom prst="rect">
            <a:avLst/>
          </a:prstGeom>
          <a:noFill/>
        </p:spPr>
        <p:txBody>
          <a:bodyPr wrap="square" rtlCol="0">
            <a:spAutoFit/>
          </a:bodyPr>
          <a:lstStyle/>
          <a:p>
            <a:r>
              <a:rPr lang="en-US" sz="1000" dirty="0"/>
              <a:t>[1] Du, H., Lu, S., Zhou, G., &amp; Gao, Y. (2025). EAA: Emotion-Aware Audio Large Language Models with Dual Cross-Attention and Context-Aware Instruction Tuning. In </a:t>
            </a:r>
            <a:r>
              <a:rPr lang="en-US" sz="1000" i="1" dirty="0"/>
              <a:t>Proc. </a:t>
            </a:r>
            <a:r>
              <a:rPr lang="en-US" sz="1000" i="1" dirty="0" err="1"/>
              <a:t>Interspeech</a:t>
            </a:r>
            <a:r>
              <a:rPr lang="en-US" sz="1000" i="1" dirty="0"/>
              <a:t> 2025</a:t>
            </a:r>
            <a:r>
              <a:rPr lang="en-US" sz="1000" dirty="0"/>
              <a:t> (pp. 5433-5437).</a:t>
            </a:r>
          </a:p>
          <a:p>
            <a:r>
              <a:rPr lang="en-US" sz="1000" dirty="0"/>
              <a:t>[2] Shi, J., Zhang, Y., &amp; Gao, Y. (2025). </a:t>
            </a:r>
            <a:r>
              <a:rPr lang="en-US" sz="1000" dirty="0" err="1"/>
              <a:t>Clep</a:t>
            </a:r>
            <a:r>
              <a:rPr lang="en-US" sz="1000" dirty="0"/>
              <a:t>-dg: Contrastive learning for speech emotion domain generalization via soft prompt tuning. </a:t>
            </a:r>
            <a:r>
              <a:rPr lang="en-US" sz="1000" i="1" dirty="0" err="1"/>
              <a:t>arXiv</a:t>
            </a:r>
            <a:r>
              <a:rPr lang="en-US" sz="1000" i="1" dirty="0"/>
              <a:t> preprint arXiv:2507.04048</a:t>
            </a:r>
            <a:r>
              <a:rPr lang="en-US" sz="1000" dirty="0"/>
              <a:t>.</a:t>
            </a:r>
          </a:p>
          <a:p>
            <a:endParaRPr lang="en-US" sz="1000" dirty="0"/>
          </a:p>
        </p:txBody>
      </p:sp>
    </p:spTree>
    <p:extLst>
      <p:ext uri="{BB962C8B-B14F-4D97-AF65-F5344CB8AC3E}">
        <p14:creationId xmlns:p14="http://schemas.microsoft.com/office/powerpoint/2010/main" val="3327610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E36341A-7B22-ACD7-44FD-DFF4A7E81E73}"/>
              </a:ext>
            </a:extLst>
          </p:cNvPr>
          <p:cNvSpPr>
            <a:spLocks noGrp="1"/>
          </p:cNvSpPr>
          <p:nvPr>
            <p:ph type="title"/>
          </p:nvPr>
        </p:nvSpPr>
        <p:spPr>
          <a:xfrm>
            <a:off x="1051560" y="586822"/>
            <a:ext cx="3657600" cy="1645920"/>
          </a:xfrm>
        </p:spPr>
        <p:txBody>
          <a:bodyPr>
            <a:normAutofit/>
          </a:bodyPr>
          <a:lstStyle/>
          <a:p>
            <a:r>
              <a:rPr lang="en-US" sz="3200"/>
              <a:t>What Does It Mean for a Computer to “Express” Affect?</a:t>
            </a:r>
          </a:p>
        </p:txBody>
      </p:sp>
      <p:sp>
        <p:nvSpPr>
          <p:cNvPr id="18" name="Rectangle 17">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0" name="Rectangle 19">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Content Placeholder 10">
            <a:extLst>
              <a:ext uri="{FF2B5EF4-FFF2-40B4-BE49-F238E27FC236}">
                <a16:creationId xmlns:a16="http://schemas.microsoft.com/office/drawing/2014/main" id="{9CD95260-133F-2094-F677-022EA8A119F6}"/>
              </a:ext>
            </a:extLst>
          </p:cNvPr>
          <p:cNvSpPr>
            <a:spLocks noGrp="1"/>
          </p:cNvSpPr>
          <p:nvPr>
            <p:ph idx="1"/>
          </p:nvPr>
        </p:nvSpPr>
        <p:spPr>
          <a:xfrm>
            <a:off x="5250106" y="586822"/>
            <a:ext cx="6106742" cy="1645920"/>
          </a:xfrm>
        </p:spPr>
        <p:txBody>
          <a:bodyPr anchor="ctr">
            <a:normAutofit/>
          </a:bodyPr>
          <a:lstStyle/>
          <a:p>
            <a:r>
              <a:rPr lang="en-US" sz="1800" dirty="0"/>
              <a:t>Sample Topic: Emotion Text-To-Speech (TTS)</a:t>
            </a:r>
          </a:p>
          <a:p>
            <a:r>
              <a:rPr lang="en-US" sz="1800" dirty="0"/>
              <a:t>Also seen in Generative AI in Computer Vision and Natural Language Processing</a:t>
            </a:r>
          </a:p>
        </p:txBody>
      </p:sp>
      <p:pic>
        <p:nvPicPr>
          <p:cNvPr id="5" name="Content Placeholder 4">
            <a:extLst>
              <a:ext uri="{FF2B5EF4-FFF2-40B4-BE49-F238E27FC236}">
                <a16:creationId xmlns:a16="http://schemas.microsoft.com/office/drawing/2014/main" id="{39B2BD80-2F0C-5AC3-A541-9592FD606CB7}"/>
              </a:ext>
            </a:extLst>
          </p:cNvPr>
          <p:cNvPicPr>
            <a:picLocks noChangeAspect="1"/>
          </p:cNvPicPr>
          <p:nvPr/>
        </p:nvPicPr>
        <p:blipFill>
          <a:blip r:embed="rId2"/>
          <a:stretch>
            <a:fillRect/>
          </a:stretch>
        </p:blipFill>
        <p:spPr>
          <a:xfrm>
            <a:off x="587360" y="2729397"/>
            <a:ext cx="5422355" cy="3483864"/>
          </a:xfrm>
          <a:prstGeom prst="rect">
            <a:avLst/>
          </a:prstGeom>
        </p:spPr>
      </p:pic>
      <p:pic>
        <p:nvPicPr>
          <p:cNvPr id="7" name="Picture 6">
            <a:extLst>
              <a:ext uri="{FF2B5EF4-FFF2-40B4-BE49-F238E27FC236}">
                <a16:creationId xmlns:a16="http://schemas.microsoft.com/office/drawing/2014/main" id="{47FDE923-F08F-3E86-FA4D-F32EC45C5B81}"/>
              </a:ext>
            </a:extLst>
          </p:cNvPr>
          <p:cNvPicPr>
            <a:picLocks noChangeAspect="1"/>
          </p:cNvPicPr>
          <p:nvPr/>
        </p:nvPicPr>
        <p:blipFill>
          <a:blip r:embed="rId3"/>
          <a:stretch>
            <a:fillRect/>
          </a:stretch>
        </p:blipFill>
        <p:spPr>
          <a:xfrm>
            <a:off x="6198781" y="3380520"/>
            <a:ext cx="5523082" cy="2181617"/>
          </a:xfrm>
          <a:prstGeom prst="rect">
            <a:avLst/>
          </a:prstGeom>
        </p:spPr>
      </p:pic>
      <p:sp>
        <p:nvSpPr>
          <p:cNvPr id="8" name="TextBox 7">
            <a:extLst>
              <a:ext uri="{FF2B5EF4-FFF2-40B4-BE49-F238E27FC236}">
                <a16:creationId xmlns:a16="http://schemas.microsoft.com/office/drawing/2014/main" id="{8B9D0F14-28B7-F57D-4651-1C6F2CED26D1}"/>
              </a:ext>
            </a:extLst>
          </p:cNvPr>
          <p:cNvSpPr txBox="1"/>
          <p:nvPr/>
        </p:nvSpPr>
        <p:spPr>
          <a:xfrm>
            <a:off x="419100" y="6304002"/>
            <a:ext cx="11874500" cy="553998"/>
          </a:xfrm>
          <a:prstGeom prst="rect">
            <a:avLst/>
          </a:prstGeom>
          <a:noFill/>
        </p:spPr>
        <p:txBody>
          <a:bodyPr wrap="square" rtlCol="0">
            <a:spAutoFit/>
          </a:bodyPr>
          <a:lstStyle/>
          <a:p>
            <a:r>
              <a:rPr lang="en-US" sz="1000" dirty="0"/>
              <a:t>[1] Shi, J., Du, H., Hong, Y. A., &amp; Gao, Y. (2026, May). Plug-and-Play Emotion Graphs for Compositional Prompting in Zero-Shot Speech Emotion Recognition. In ICASSP 2026-2026 IEEE International Conference on Acoustics, Speech and Signal Processing (ICASSP) (pp. 17177-17181). IEEE.</a:t>
            </a:r>
          </a:p>
          <a:p>
            <a:r>
              <a:rPr lang="en-US" sz="1000" dirty="0"/>
              <a:t>[2] Sparse Autoencoders for Interpretable Emotion Control in Text-to-Speech. - Du, H., Shi, J., Lu, S., Zhou, G., Gao, A. — Proceedings of the International Conference on Machine Learning (ICML)</a:t>
            </a:r>
          </a:p>
        </p:txBody>
      </p:sp>
    </p:spTree>
    <p:extLst>
      <p:ext uri="{BB962C8B-B14F-4D97-AF65-F5344CB8AC3E}">
        <p14:creationId xmlns:p14="http://schemas.microsoft.com/office/powerpoint/2010/main" val="3868955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File:Château de Versailles, salon des nobles, Pygmalion priant Vénus  d'animer sa statue, Jean-Baptiste Regnault.jpg - Wikimedia Commons">
            <a:extLst>
              <a:ext uri="{FF2B5EF4-FFF2-40B4-BE49-F238E27FC236}">
                <a16:creationId xmlns:a16="http://schemas.microsoft.com/office/drawing/2014/main" id="{380B45D9-901F-E326-E60C-5E648E9D1990}"/>
              </a:ext>
            </a:extLst>
          </p:cNvPr>
          <p:cNvPicPr>
            <a:picLocks noChangeAspect="1"/>
          </p:cNvPicPr>
          <p:nvPr/>
        </p:nvPicPr>
        <p:blipFill>
          <a:blip r:embed="rId2"/>
          <a:srcRect t="5750"/>
          <a:stretch>
            <a:fillRect/>
          </a:stretch>
        </p:blipFill>
        <p:spPr>
          <a:xfrm>
            <a:off x="2522358" y="10"/>
            <a:ext cx="9669642" cy="6857990"/>
          </a:xfrm>
          <a:prstGeom prst="rect">
            <a:avLst/>
          </a:prstGeom>
        </p:spPr>
      </p:pic>
      <p:sp>
        <p:nvSpPr>
          <p:cNvPr id="20" name="Rectangle 19">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AB6D178-4CF9-57D2-7781-F411AFCDAFD9}"/>
              </a:ext>
            </a:extLst>
          </p:cNvPr>
          <p:cNvSpPr>
            <a:spLocks noGrp="1"/>
          </p:cNvSpPr>
          <p:nvPr>
            <p:ph type="title"/>
          </p:nvPr>
        </p:nvSpPr>
        <p:spPr>
          <a:xfrm>
            <a:off x="952228" y="743447"/>
            <a:ext cx="3973385" cy="3692028"/>
          </a:xfrm>
          <a:noFill/>
        </p:spPr>
        <p:txBody>
          <a:bodyPr vert="horz" lIns="91440" tIns="45720" rIns="91440" bIns="45720" rtlCol="0" anchor="b">
            <a:normAutofit fontScale="90000"/>
          </a:bodyPr>
          <a:lstStyle/>
          <a:p>
            <a:r>
              <a:rPr lang="en-US" sz="5400" dirty="0"/>
              <a:t>What Does It Mean for a Computer to “Have” Emotion?</a:t>
            </a:r>
            <a:endParaRPr lang="en-US" sz="5200" dirty="0"/>
          </a:p>
        </p:txBody>
      </p:sp>
      <p:sp>
        <p:nvSpPr>
          <p:cNvPr id="3" name="Text Placeholder 2">
            <a:extLst>
              <a:ext uri="{FF2B5EF4-FFF2-40B4-BE49-F238E27FC236}">
                <a16:creationId xmlns:a16="http://schemas.microsoft.com/office/drawing/2014/main" id="{F3FFB143-624A-A963-FB52-6C61CC6776CF}"/>
              </a:ext>
            </a:extLst>
          </p:cNvPr>
          <p:cNvSpPr>
            <a:spLocks noGrp="1"/>
          </p:cNvSpPr>
          <p:nvPr>
            <p:ph type="body" idx="1"/>
          </p:nvPr>
        </p:nvSpPr>
        <p:spPr>
          <a:xfrm>
            <a:off x="952229" y="4629234"/>
            <a:ext cx="3973386" cy="1485319"/>
          </a:xfrm>
          <a:noFill/>
        </p:spPr>
        <p:txBody>
          <a:bodyPr vert="horz" lIns="91440" tIns="45720" rIns="91440" bIns="45720" rtlCol="0">
            <a:normAutofit/>
          </a:bodyPr>
          <a:lstStyle/>
          <a:p>
            <a:r>
              <a:rPr lang="en-US" dirty="0">
                <a:solidFill>
                  <a:schemeClr val="tx1"/>
                </a:solidFill>
              </a:rPr>
              <a:t>See </a:t>
            </a:r>
            <a:r>
              <a:rPr lang="en-US" i="1" dirty="0">
                <a:solidFill>
                  <a:schemeClr val="tx1"/>
                </a:solidFill>
                <a:hlinkClick r:id="rId3"/>
              </a:rPr>
              <a:t>Pygmalion</a:t>
            </a:r>
            <a:r>
              <a:rPr lang="en-US" dirty="0">
                <a:solidFill>
                  <a:schemeClr val="tx1"/>
                </a:solidFill>
              </a:rPr>
              <a:t> by Jean-Baptiste Regnault (1786).</a:t>
            </a:r>
          </a:p>
        </p:txBody>
      </p:sp>
    </p:spTree>
    <p:extLst>
      <p:ext uri="{BB962C8B-B14F-4D97-AF65-F5344CB8AC3E}">
        <p14:creationId xmlns:p14="http://schemas.microsoft.com/office/powerpoint/2010/main" val="1977595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C6B117-623A-FB66-0B78-03C3480A239E}"/>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5600"/>
              <a:t>Emotion Is Not a Bug in Intelligence</a:t>
            </a:r>
          </a:p>
        </p:txBody>
      </p:sp>
      <p:sp>
        <p:nvSpPr>
          <p:cNvPr id="3" name="Content Placeholder 2">
            <a:extLst>
              <a:ext uri="{FF2B5EF4-FFF2-40B4-BE49-F238E27FC236}">
                <a16:creationId xmlns:a16="http://schemas.microsoft.com/office/drawing/2014/main" id="{76C67A43-B08C-F26E-AAEC-F5D75B443DA5}"/>
              </a:ext>
            </a:extLst>
          </p:cNvPr>
          <p:cNvSpPr>
            <a:spLocks noGrp="1"/>
          </p:cNvSpPr>
          <p:nvPr>
            <p:ph idx="1"/>
          </p:nvPr>
        </p:nvSpPr>
        <p:spPr>
          <a:xfrm>
            <a:off x="638881" y="1922561"/>
            <a:ext cx="10909643" cy="552659"/>
          </a:xfrm>
        </p:spPr>
        <p:txBody>
          <a:bodyPr vert="horz" lIns="91440" tIns="45720" rIns="91440" bIns="45720" rtlCol="0" anchor="ctr">
            <a:normAutofit/>
          </a:bodyPr>
          <a:lstStyle/>
          <a:p>
            <a:pPr marL="0" indent="0" algn="ctr">
              <a:buNone/>
            </a:pPr>
            <a:r>
              <a:rPr lang="en-US" sz="2400" dirty="0"/>
              <a:t>Barry Kort: Learning is the quintessential emotional experience [5].</a:t>
            </a:r>
          </a:p>
        </p:txBody>
      </p:sp>
      <p:sp>
        <p:nvSpPr>
          <p:cNvPr id="15"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AB3EF9C-7741-6D1F-DD8A-129AC500E5E7}"/>
              </a:ext>
            </a:extLst>
          </p:cNvPr>
          <p:cNvPicPr>
            <a:picLocks noChangeAspect="1"/>
          </p:cNvPicPr>
          <p:nvPr/>
        </p:nvPicPr>
        <p:blipFill>
          <a:blip r:embed="rId3"/>
          <a:stretch>
            <a:fillRect/>
          </a:stretch>
        </p:blipFill>
        <p:spPr>
          <a:xfrm>
            <a:off x="1178176" y="2642616"/>
            <a:ext cx="3898144" cy="3605784"/>
          </a:xfrm>
          <a:prstGeom prst="rect">
            <a:avLst/>
          </a:prstGeom>
        </p:spPr>
      </p:pic>
      <p:pic>
        <p:nvPicPr>
          <p:cNvPr id="6" name="Picture 5" descr="Neural Basis of Emotion - an overview | ScienceDirect Topics">
            <a:extLst>
              <a:ext uri="{FF2B5EF4-FFF2-40B4-BE49-F238E27FC236}">
                <a16:creationId xmlns:a16="http://schemas.microsoft.com/office/drawing/2014/main" id="{E1E5D657-048D-BDC5-1E29-ECDBDD80EC69}"/>
              </a:ext>
            </a:extLst>
          </p:cNvPr>
          <p:cNvPicPr>
            <a:picLocks noChangeAspect="1"/>
          </p:cNvPicPr>
          <p:nvPr/>
        </p:nvPicPr>
        <p:blipFill>
          <a:blip r:embed="rId4"/>
          <a:stretch>
            <a:fillRect/>
          </a:stretch>
        </p:blipFill>
        <p:spPr>
          <a:xfrm>
            <a:off x="6591989" y="2642616"/>
            <a:ext cx="4939430" cy="3605784"/>
          </a:xfrm>
          <a:prstGeom prst="rect">
            <a:avLst/>
          </a:prstGeom>
        </p:spPr>
      </p:pic>
      <p:pic>
        <p:nvPicPr>
          <p:cNvPr id="10" name="Picture 9">
            <a:extLst>
              <a:ext uri="{FF2B5EF4-FFF2-40B4-BE49-F238E27FC236}">
                <a16:creationId xmlns:a16="http://schemas.microsoft.com/office/drawing/2014/main" id="{1F12BF34-708A-6F85-21F3-2983BD823E02}"/>
              </a:ext>
            </a:extLst>
          </p:cNvPr>
          <p:cNvPicPr>
            <a:picLocks noChangeAspect="1"/>
          </p:cNvPicPr>
          <p:nvPr/>
        </p:nvPicPr>
        <p:blipFill>
          <a:blip r:embed="rId5"/>
          <a:stretch>
            <a:fillRect/>
          </a:stretch>
        </p:blipFill>
        <p:spPr>
          <a:xfrm>
            <a:off x="0" y="5674582"/>
            <a:ext cx="1192452" cy="1183418"/>
          </a:xfrm>
          <a:prstGeom prst="rect">
            <a:avLst/>
          </a:prstGeom>
        </p:spPr>
      </p:pic>
    </p:spTree>
    <p:extLst>
      <p:ext uri="{BB962C8B-B14F-4D97-AF65-F5344CB8AC3E}">
        <p14:creationId xmlns:p14="http://schemas.microsoft.com/office/powerpoint/2010/main" val="9617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DD1B5-6020-9562-F231-B11EE35BA595}"/>
              </a:ext>
            </a:extLst>
          </p:cNvPr>
          <p:cNvSpPr>
            <a:spLocks noGrp="1"/>
          </p:cNvSpPr>
          <p:nvPr>
            <p:ph type="title"/>
          </p:nvPr>
        </p:nvSpPr>
        <p:spPr>
          <a:xfrm>
            <a:off x="876693" y="741391"/>
            <a:ext cx="3455821" cy="1616203"/>
          </a:xfrm>
        </p:spPr>
        <p:txBody>
          <a:bodyPr anchor="b">
            <a:normAutofit/>
          </a:bodyPr>
          <a:lstStyle/>
          <a:p>
            <a:r>
              <a:rPr lang="en-US" sz="3200"/>
              <a:t>Emotion, Decision-Making, Learning, and Attention</a:t>
            </a:r>
          </a:p>
        </p:txBody>
      </p:sp>
      <p:sp>
        <p:nvSpPr>
          <p:cNvPr id="29" name="Content Placeholder 7">
            <a:extLst>
              <a:ext uri="{FF2B5EF4-FFF2-40B4-BE49-F238E27FC236}">
                <a16:creationId xmlns:a16="http://schemas.microsoft.com/office/drawing/2014/main" id="{01A1BB63-04E7-7C5D-7621-15E33D2499D2}"/>
              </a:ext>
            </a:extLst>
          </p:cNvPr>
          <p:cNvSpPr>
            <a:spLocks noGrp="1"/>
          </p:cNvSpPr>
          <p:nvPr>
            <p:ph idx="1"/>
          </p:nvPr>
        </p:nvSpPr>
        <p:spPr>
          <a:xfrm>
            <a:off x="876693" y="2533476"/>
            <a:ext cx="3455821" cy="3447832"/>
          </a:xfrm>
        </p:spPr>
        <p:txBody>
          <a:bodyPr anchor="t">
            <a:normAutofit fontScale="85000" lnSpcReduction="20000"/>
          </a:bodyPr>
          <a:lstStyle/>
          <a:p>
            <a:r>
              <a:rPr lang="en-US" sz="2000" dirty="0"/>
              <a:t>Comprehensive illustration of the Component Process Model.</a:t>
            </a:r>
          </a:p>
          <a:p>
            <a:r>
              <a:rPr lang="en-US" sz="2000" dirty="0"/>
              <a:t>The model assumes that the appraisal process </a:t>
            </a:r>
            <a:r>
              <a:rPr lang="en-US" sz="2000"/>
              <a:t>is organized </a:t>
            </a:r>
            <a:r>
              <a:rPr lang="en-US" sz="2000" dirty="0"/>
              <a:t>in a sequence of four appraisal objectives. </a:t>
            </a:r>
          </a:p>
          <a:p>
            <a:r>
              <a:rPr lang="en-US" sz="2000" dirty="0"/>
              <a:t>Each appraisal outcome leads to changes in the other emotion components (physiology, action tendency, motor expression, and subjective feeling, as illustrated by the descending arrows). </a:t>
            </a:r>
          </a:p>
          <a:p>
            <a:r>
              <a:rPr lang="en-US" sz="2000" dirty="0"/>
              <a:t>The ongoing appraisal process furthermore interacts with other cognitive functions. </a:t>
            </a:r>
          </a:p>
        </p:txBody>
      </p:sp>
      <p:pic>
        <p:nvPicPr>
          <p:cNvPr id="4" name="Content Placeholder 3">
            <a:extLst>
              <a:ext uri="{FF2B5EF4-FFF2-40B4-BE49-F238E27FC236}">
                <a16:creationId xmlns:a16="http://schemas.microsoft.com/office/drawing/2014/main" id="{53C48811-80F0-9718-83DE-D2543CEA8DE1}"/>
              </a:ext>
            </a:extLst>
          </p:cNvPr>
          <p:cNvPicPr>
            <a:picLocks noChangeAspect="1"/>
          </p:cNvPicPr>
          <p:nvPr/>
        </p:nvPicPr>
        <p:blipFill>
          <a:blip r:embed="rId3"/>
          <a:stretch>
            <a:fillRect/>
          </a:stretch>
        </p:blipFill>
        <p:spPr>
          <a:xfrm>
            <a:off x="4987672" y="1149464"/>
            <a:ext cx="6389346" cy="4568382"/>
          </a:xfrm>
          <a:prstGeom prst="rect">
            <a:avLst/>
          </a:prstGeom>
        </p:spPr>
      </p:pic>
      <p:grpSp>
        <p:nvGrpSpPr>
          <p:cNvPr id="30" name="Group 29">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2" name="Rectangle 11">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95564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B79646-4989-BF84-61A8-91C231D3C267}"/>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4600"/>
              <a:t>The Affective Loop: Sense, Infer, Respond, Adapt</a:t>
            </a:r>
          </a:p>
        </p:txBody>
      </p:sp>
      <p:sp>
        <p:nvSpPr>
          <p:cNvPr id="21"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127FF85-7940-944D-27BE-CE2EC7F4CD3F}"/>
              </a:ext>
            </a:extLst>
          </p:cNvPr>
          <p:cNvPicPr>
            <a:picLocks noChangeAspect="1"/>
          </p:cNvPicPr>
          <p:nvPr/>
        </p:nvPicPr>
        <p:blipFill>
          <a:blip r:embed="rId2"/>
          <a:stretch>
            <a:fillRect/>
          </a:stretch>
        </p:blipFill>
        <p:spPr>
          <a:xfrm>
            <a:off x="523793" y="2642616"/>
            <a:ext cx="5206909" cy="3605784"/>
          </a:xfrm>
          <a:prstGeom prst="rect">
            <a:avLst/>
          </a:prstGeom>
        </p:spPr>
      </p:pic>
      <p:pic>
        <p:nvPicPr>
          <p:cNvPr id="5" name="Content Placeholder 4">
            <a:extLst>
              <a:ext uri="{FF2B5EF4-FFF2-40B4-BE49-F238E27FC236}">
                <a16:creationId xmlns:a16="http://schemas.microsoft.com/office/drawing/2014/main" id="{69A11E9B-2A7F-C9AF-07EA-3548B4A4324B}"/>
              </a:ext>
            </a:extLst>
          </p:cNvPr>
          <p:cNvPicPr>
            <a:picLocks noGrp="1" noChangeAspect="1"/>
          </p:cNvPicPr>
          <p:nvPr>
            <p:ph idx="1"/>
          </p:nvPr>
        </p:nvPicPr>
        <p:blipFill>
          <a:blip r:embed="rId3"/>
          <a:stretch>
            <a:fillRect/>
          </a:stretch>
        </p:blipFill>
        <p:spPr>
          <a:xfrm>
            <a:off x="6254496" y="2866454"/>
            <a:ext cx="5614416" cy="3158108"/>
          </a:xfrm>
          <a:prstGeom prst="rect">
            <a:avLst/>
          </a:prstGeom>
        </p:spPr>
      </p:pic>
    </p:spTree>
    <p:extLst>
      <p:ext uri="{BB962C8B-B14F-4D97-AF65-F5344CB8AC3E}">
        <p14:creationId xmlns:p14="http://schemas.microsoft.com/office/powerpoint/2010/main" val="479238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50692F8-0199-AD93-1940-CFD6121C6EA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
        <p:nvSpPr>
          <p:cNvPr id="24" name="Rectangle 23">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85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514828-FC7C-13B5-E24F-04BD66E7C384}"/>
              </a:ext>
            </a:extLst>
          </p:cNvPr>
          <p:cNvSpPr>
            <a:spLocks noGrp="1"/>
          </p:cNvSpPr>
          <p:nvPr>
            <p:ph type="title"/>
          </p:nvPr>
        </p:nvSpPr>
        <p:spPr>
          <a:xfrm>
            <a:off x="523875" y="42595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Affective Computing Is Not Mind Reading</a:t>
            </a:r>
          </a:p>
        </p:txBody>
      </p:sp>
      <p:cxnSp>
        <p:nvCxnSpPr>
          <p:cNvPr id="25" name="Straight Connector 24">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5069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24356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091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59441F-F2AD-3430-9E4E-51DA44F3FCB5}"/>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sz="4000" kern="1200">
                <a:solidFill>
                  <a:schemeClr val="tx1"/>
                </a:solidFill>
                <a:latin typeface="+mj-lt"/>
                <a:ea typeface="+mj-ea"/>
                <a:cs typeface="+mj-cs"/>
              </a:rPr>
              <a:t>Where the Field Lives: AI, HCI, Psychology, Neuroscience</a:t>
            </a:r>
          </a:p>
        </p:txBody>
      </p:sp>
      <p:sp>
        <p:nvSpPr>
          <p:cNvPr id="13" name="Rectangle 12">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descr="Affective-Computing-Driven Personalized Display of Cultural Information for  Commercial Heritage Architecture">
            <a:extLst>
              <a:ext uri="{FF2B5EF4-FFF2-40B4-BE49-F238E27FC236}">
                <a16:creationId xmlns:a16="http://schemas.microsoft.com/office/drawing/2014/main" id="{A5304611-B3B0-1DF6-8E39-1FE9B1207962}"/>
              </a:ext>
            </a:extLst>
          </p:cNvPr>
          <p:cNvPicPr>
            <a:picLocks noGrp="1" noChangeAspect="1"/>
          </p:cNvPicPr>
          <p:nvPr>
            <p:ph idx="1"/>
          </p:nvPr>
        </p:nvPicPr>
        <p:blipFill>
          <a:blip r:embed="rId2"/>
          <a:stretch>
            <a:fillRect/>
          </a:stretch>
        </p:blipFill>
        <p:spPr>
          <a:xfrm>
            <a:off x="773369" y="2091095"/>
            <a:ext cx="10648726" cy="4206240"/>
          </a:xfrm>
          <a:prstGeom prst="rect">
            <a:avLst/>
          </a:prstGeom>
        </p:spPr>
      </p:pic>
    </p:spTree>
    <p:extLst>
      <p:ext uri="{BB962C8B-B14F-4D97-AF65-F5344CB8AC3E}">
        <p14:creationId xmlns:p14="http://schemas.microsoft.com/office/powerpoint/2010/main" val="3556725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218EF0-DB58-FEE5-0606-ACAA77A6245B}"/>
              </a:ext>
            </a:extLst>
          </p:cNvPr>
          <p:cNvSpPr>
            <a:spLocks noGrp="1"/>
          </p:cNvSpPr>
          <p:nvPr>
            <p:ph type="title"/>
          </p:nvPr>
        </p:nvSpPr>
        <p:spPr>
          <a:xfrm>
            <a:off x="638881" y="4501453"/>
            <a:ext cx="10909640" cy="1065836"/>
          </a:xfrm>
        </p:spPr>
        <p:txBody>
          <a:bodyPr vert="horz" lIns="91440" tIns="45720" rIns="91440" bIns="45720" rtlCol="0" anchor="ctr">
            <a:normAutofit/>
          </a:bodyPr>
          <a:lstStyle/>
          <a:p>
            <a:pPr algn="ctr"/>
            <a:r>
              <a:rPr lang="en-US" sz="3100"/>
              <a:t>Applications: Health, Education, Entertainment, Social Interaction</a:t>
            </a:r>
          </a:p>
        </p:txBody>
      </p:sp>
      <p:pic>
        <p:nvPicPr>
          <p:cNvPr id="4" name="Content Placeholder 3" descr="Affective Computing Market Size &amp; YoY Growth Rate, 2026-2033">
            <a:extLst>
              <a:ext uri="{FF2B5EF4-FFF2-40B4-BE49-F238E27FC236}">
                <a16:creationId xmlns:a16="http://schemas.microsoft.com/office/drawing/2014/main" id="{C3F478D8-BBD8-0D42-5FBC-E88768503712}"/>
              </a:ext>
            </a:extLst>
          </p:cNvPr>
          <p:cNvPicPr>
            <a:picLocks noGrp="1" noChangeAspect="1"/>
          </p:cNvPicPr>
          <p:nvPr>
            <p:ph idx="1"/>
          </p:nvPr>
        </p:nvPicPr>
        <p:blipFill>
          <a:blip r:embed="rId2"/>
          <a:stretch>
            <a:fillRect/>
          </a:stretch>
        </p:blipFill>
        <p:spPr>
          <a:xfrm>
            <a:off x="320040" y="688658"/>
            <a:ext cx="5614416" cy="3158108"/>
          </a:xfrm>
          <a:prstGeom prst="rect">
            <a:avLst/>
          </a:prstGeom>
        </p:spPr>
      </p:pic>
      <p:pic>
        <p:nvPicPr>
          <p:cNvPr id="5" name="Picture 4" descr="Beyond deep learning: Advancing affective computing with diverse AI  methodologies | EurekAlert!">
            <a:extLst>
              <a:ext uri="{FF2B5EF4-FFF2-40B4-BE49-F238E27FC236}">
                <a16:creationId xmlns:a16="http://schemas.microsoft.com/office/drawing/2014/main" id="{C275E8A7-C5EC-952E-F030-3568FC747620}"/>
              </a:ext>
            </a:extLst>
          </p:cNvPr>
          <p:cNvPicPr>
            <a:picLocks noChangeAspect="1"/>
          </p:cNvPicPr>
          <p:nvPr/>
        </p:nvPicPr>
        <p:blipFill>
          <a:blip r:embed="rId3"/>
          <a:stretch>
            <a:fillRect/>
          </a:stretch>
        </p:blipFill>
        <p:spPr>
          <a:xfrm>
            <a:off x="6254496" y="765856"/>
            <a:ext cx="5614416" cy="3003712"/>
          </a:xfrm>
          <a:prstGeom prst="rect">
            <a:avLst/>
          </a:prstGeom>
        </p:spPr>
      </p:pic>
      <p:sp>
        <p:nvSpPr>
          <p:cNvPr id="37"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90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9CB2809-2966-0BD7-BB85-60B807FDF7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1652374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C135CA-815F-F0C1-9785-6617409477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3249128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544</TotalTime>
  <Words>794</Words>
  <Application>Microsoft Macintosh PowerPoint</Application>
  <PresentationFormat>Widescreen</PresentationFormat>
  <Paragraphs>45</Paragraphs>
  <Slides>16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Calibri</vt:lpstr>
      <vt:lpstr>Office Theme</vt:lpstr>
      <vt:lpstr>CSCI 680 Affective Computing</vt:lpstr>
      <vt:lpstr>PowerPoint Presentation</vt:lpstr>
      <vt:lpstr>Thinking v. Feeling as Opposites</vt:lpstr>
      <vt:lpstr>Facial “Expressions of Emotion” and the Ekman Program</vt:lpstr>
      <vt:lpstr>Affective Computing</vt:lpstr>
      <vt:lpstr>What Does It Mean for a Computer to “Recognize” Affect?</vt:lpstr>
      <vt:lpstr>What Does It Mean for a Computer to “Express” Affect?</vt:lpstr>
      <vt:lpstr>What Does It Mean for a Computer to “Have” Emotion?</vt:lpstr>
      <vt:lpstr>Emotion Is Not a Bug in Intelligence</vt:lpstr>
      <vt:lpstr>Emotion, Decision-Making, Learning, and Attention</vt:lpstr>
      <vt:lpstr>The Affective Loop: Sense, Infer, Respond, Adapt</vt:lpstr>
      <vt:lpstr>Affective Computing Is Not Mind Reading</vt:lpstr>
      <vt:lpstr>Where the Field Lives: AI, HCI, Psychology, Neuroscience</vt:lpstr>
      <vt:lpstr>Applications: Health, Education, Entertainment, Social Interaction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Ashley Y. Gao</dc:creator>
  <cp:lastModifiedBy>Gao, Ashley</cp:lastModifiedBy>
  <cp:revision>5</cp:revision>
  <dcterms:created xsi:type="dcterms:W3CDTF">2026-05-26T19:48:12Z</dcterms:created>
  <dcterms:modified xsi:type="dcterms:W3CDTF">2026-08-02T20:47:15Z</dcterms:modified>
</cp:coreProperties>
</file>